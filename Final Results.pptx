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sldIdLst>
    <p:sldId id="298" r:id="rId5"/>
    <p:sldId id="299" r:id="rId6"/>
    <p:sldId id="297" r:id="rId7"/>
    <p:sldId id="292" r:id="rId8"/>
    <p:sldId id="282" r:id="rId9"/>
    <p:sldId id="289" r:id="rId10"/>
    <p:sldId id="290" r:id="rId11"/>
    <p:sldId id="291" r:id="rId12"/>
    <p:sldId id="307" r:id="rId13"/>
    <p:sldId id="304" r:id="rId14"/>
    <p:sldId id="305" r:id="rId15"/>
    <p:sldId id="303" r:id="rId16"/>
    <p:sldId id="302" r:id="rId17"/>
    <p:sldId id="278" r:id="rId18"/>
    <p:sldId id="279" r:id="rId19"/>
    <p:sldId id="300" r:id="rId20"/>
    <p:sldId id="301" r:id="rId21"/>
    <p:sldId id="275" r:id="rId22"/>
    <p:sldId id="283" r:id="rId23"/>
    <p:sldId id="276" r:id="rId24"/>
    <p:sldId id="270" r:id="rId25"/>
    <p:sldId id="271" r:id="rId26"/>
    <p:sldId id="257" r:id="rId27"/>
    <p:sldId id="269" r:id="rId28"/>
    <p:sldId id="285" r:id="rId29"/>
    <p:sldId id="268" r:id="rId30"/>
    <p:sldId id="264" r:id="rId31"/>
    <p:sldId id="26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B39CC-E928-48E2-AC67-021B5575BB15}" v="3" dt="2026-10-12T16:16:25.763"/>
    <p1510:client id="{C1436EC3-F8D2-4DBF-A138-14271B117A30}" v="1" dt="2026-10-12T20:00:12.8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86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ufa, Nahom" userId="S::nf38s@login.missouristate.edu::7d01b2f0-beae-434c-b709-7f54673cc059" providerId="AD" clId="Web-{EC39FCA9-F1F2-FADF-8F1C-A87DE769A6AC}"/>
    <pc:docChg chg="modSld">
      <pc:chgData name="Fufa, Nahom" userId="S::nf38s@login.missouristate.edu::7d01b2f0-beae-434c-b709-7f54673cc059" providerId="AD" clId="Web-{EC39FCA9-F1F2-FADF-8F1C-A87DE769A6AC}" dt="2026-10-06T18:03:49.660" v="4"/>
      <pc:docMkLst>
        <pc:docMk/>
      </pc:docMkLst>
    </pc:docChg>
  </pc:docChgLst>
  <pc:docChgLst>
    <pc:chgData name="Doan, Tran Vinh Kha" userId="609c4876-0245-4298-999b-612b23f7b420" providerId="ADAL" clId="{43379742-6A6D-49DC-B789-110AA16008E3}"/>
    <pc:docChg chg="undo custSel addSld delSld modSld">
      <pc:chgData name="Doan, Tran Vinh Kha" userId="609c4876-0245-4298-999b-612b23f7b420" providerId="ADAL" clId="{43379742-6A6D-49DC-B789-110AA16008E3}" dt="2026-09-30T21:44:20.753" v="750" actId="1076"/>
      <pc:docMkLst>
        <pc:docMk/>
      </pc:docMkLst>
      <pc:sldChg chg="delSp modSp mod">
        <pc:chgData name="Doan, Tran Vinh Kha" userId="609c4876-0245-4298-999b-612b23f7b420" providerId="ADAL" clId="{43379742-6A6D-49DC-B789-110AA16008E3}" dt="2026-09-30T21:44:20.753" v="750" actId="1076"/>
        <pc:sldMkLst>
          <pc:docMk/>
          <pc:sldMk cId="2808335472" sldId="269"/>
        </pc:sldMkLst>
        <pc:spChg chg="mod">
          <ac:chgData name="Doan, Tran Vinh Kha" userId="609c4876-0245-4298-999b-612b23f7b420" providerId="ADAL" clId="{43379742-6A6D-49DC-B789-110AA16008E3}" dt="2026-09-30T21:44:07.871" v="743" actId="1076"/>
          <ac:spMkLst>
            <pc:docMk/>
            <pc:sldMk cId="2808335472" sldId="269"/>
            <ac:spMk id="30" creationId="{AEB6C38E-B402-6F66-DC58-DC1A189B9ABE}"/>
          </ac:spMkLst>
        </pc:spChg>
        <pc:spChg chg="mod">
          <ac:chgData name="Doan, Tran Vinh Kha" userId="609c4876-0245-4298-999b-612b23f7b420" providerId="ADAL" clId="{43379742-6A6D-49DC-B789-110AA16008E3}" dt="2026-09-30T21:44:10.779" v="744" actId="1076"/>
          <ac:spMkLst>
            <pc:docMk/>
            <pc:sldMk cId="2808335472" sldId="269"/>
            <ac:spMk id="32" creationId="{59F23C59-33FC-E506-CA33-426CD242E6EC}"/>
          </ac:spMkLst>
        </pc:spChg>
        <pc:spChg chg="mod">
          <ac:chgData name="Doan, Tran Vinh Kha" userId="609c4876-0245-4298-999b-612b23f7b420" providerId="ADAL" clId="{43379742-6A6D-49DC-B789-110AA16008E3}" dt="2026-09-30T21:44:12.575" v="745" actId="1076"/>
          <ac:spMkLst>
            <pc:docMk/>
            <pc:sldMk cId="2808335472" sldId="269"/>
            <ac:spMk id="34" creationId="{21DE3E44-D49F-0708-C2FF-7DB8726C59B4}"/>
          </ac:spMkLst>
        </pc:spChg>
        <pc:picChg chg="mod">
          <ac:chgData name="Doan, Tran Vinh Kha" userId="609c4876-0245-4298-999b-612b23f7b420" providerId="ADAL" clId="{43379742-6A6D-49DC-B789-110AA16008E3}" dt="2026-09-30T21:44:17.887" v="747" actId="1076"/>
          <ac:picMkLst>
            <pc:docMk/>
            <pc:sldMk cId="2808335472" sldId="269"/>
            <ac:picMk id="5" creationId="{D0CBEA42-9B7F-6B6A-9773-D00E2E592121}"/>
          </ac:picMkLst>
        </pc:picChg>
        <pc:picChg chg="mod">
          <ac:chgData name="Doan, Tran Vinh Kha" userId="609c4876-0245-4298-999b-612b23f7b420" providerId="ADAL" clId="{43379742-6A6D-49DC-B789-110AA16008E3}" dt="2026-09-30T21:44:20.753" v="750" actId="1076"/>
          <ac:picMkLst>
            <pc:docMk/>
            <pc:sldMk cId="2808335472" sldId="269"/>
            <ac:picMk id="16" creationId="{12809DEE-F851-7E1C-7FCA-D02A1684D09F}"/>
          </ac:picMkLst>
        </pc:picChg>
        <pc:picChg chg="mod">
          <ac:chgData name="Doan, Tran Vinh Kha" userId="609c4876-0245-4298-999b-612b23f7b420" providerId="ADAL" clId="{43379742-6A6D-49DC-B789-110AA16008E3}" dt="2026-09-30T21:44:19.921" v="749" actId="1076"/>
          <ac:picMkLst>
            <pc:docMk/>
            <pc:sldMk cId="2808335472" sldId="269"/>
            <ac:picMk id="27" creationId="{F76258F8-E603-1DCF-C684-0E1D5C6B1C30}"/>
          </ac:picMkLst>
        </pc:picChg>
      </pc:sldChg>
      <pc:sldChg chg="add">
        <pc:chgData name="Doan, Tran Vinh Kha" userId="609c4876-0245-4298-999b-612b23f7b420" providerId="ADAL" clId="{43379742-6A6D-49DC-B789-110AA16008E3}" dt="2026-09-30T21:43:22.730" v="727" actId="2890"/>
        <pc:sldMkLst>
          <pc:docMk/>
          <pc:sldMk cId="3933570769" sldId="285"/>
        </pc:sldMkLst>
      </pc:sldChg>
    </pc:docChg>
  </pc:docChgLst>
  <pc:docChgLst>
    <pc:chgData clId="Web-{EC39FCA9-F1F2-FADF-8F1C-A87DE769A6AC}"/>
    <pc:docChg chg="modSld">
      <pc:chgData name="" userId="" providerId="" clId="Web-{EC39FCA9-F1F2-FADF-8F1C-A87DE769A6AC}" dt="2026-10-06T18:03:14.518" v="0"/>
      <pc:docMkLst>
        <pc:docMk/>
      </pc:docMkLst>
    </pc:docChg>
  </pc:docChgLst>
  <pc:docChgLst>
    <pc:chgData name="Amri, Nour" userId="926b4828-6ce8-4ce8-9e45-3a80b7e5e50c" providerId="ADAL" clId="{D8DBA73F-CEE8-4B8C-B719-C648CB7D61BD}"/>
    <pc:docChg chg="custSel addSld delSld modSld sldOrd">
      <pc:chgData name="Amri, Nour" userId="926b4828-6ce8-4ce8-9e45-3a80b7e5e50c" providerId="ADAL" clId="{D8DBA73F-CEE8-4B8C-B719-C648CB7D61BD}" dt="2026-10-12T20:02:29.639" v="969" actId="47"/>
      <pc:docMkLst>
        <pc:docMk/>
      </pc:docMkLst>
      <pc:sldChg chg="del">
        <pc:chgData name="Amri, Nour" userId="926b4828-6ce8-4ce8-9e45-3a80b7e5e50c" providerId="ADAL" clId="{D8DBA73F-CEE8-4B8C-B719-C648CB7D61BD}" dt="2026-10-12T17:15:00.147" v="760" actId="47"/>
        <pc:sldMkLst>
          <pc:docMk/>
          <pc:sldMk cId="2268988369" sldId="256"/>
        </pc:sldMkLst>
      </pc:sldChg>
      <pc:sldChg chg="addSp delSp modSp del mod">
        <pc:chgData name="Amri, Nour" userId="926b4828-6ce8-4ce8-9e45-3a80b7e5e50c" providerId="ADAL" clId="{D8DBA73F-CEE8-4B8C-B719-C648CB7D61BD}" dt="2026-10-12T16:13:56.573" v="355" actId="47"/>
        <pc:sldMkLst>
          <pc:docMk/>
          <pc:sldMk cId="3625412031" sldId="274"/>
        </pc:sldMkLst>
      </pc:sldChg>
      <pc:sldChg chg="addSp modSp new del mod">
        <pc:chgData name="Amri, Nour" userId="926b4828-6ce8-4ce8-9e45-3a80b7e5e50c" providerId="ADAL" clId="{D8DBA73F-CEE8-4B8C-B719-C648CB7D61BD}" dt="2026-10-12T16:13:55.641" v="354" actId="47"/>
        <pc:sldMkLst>
          <pc:docMk/>
          <pc:sldMk cId="3619706291" sldId="277"/>
        </pc:sldMkLst>
      </pc:sldChg>
      <pc:sldChg chg="addSp modSp new mod ord">
        <pc:chgData name="Amri, Nour" userId="926b4828-6ce8-4ce8-9e45-3a80b7e5e50c" providerId="ADAL" clId="{D8DBA73F-CEE8-4B8C-B719-C648CB7D61BD}" dt="2026-10-12T20:01:26.440" v="954" actId="20577"/>
        <pc:sldMkLst>
          <pc:docMk/>
          <pc:sldMk cId="2953646928" sldId="278"/>
        </pc:sldMkLst>
        <pc:spChg chg="add mod">
          <ac:chgData name="Amri, Nour" userId="926b4828-6ce8-4ce8-9e45-3a80b7e5e50c" providerId="ADAL" clId="{D8DBA73F-CEE8-4B8C-B719-C648CB7D61BD}" dt="2026-10-12T20:01:26.440" v="954" actId="20577"/>
          <ac:spMkLst>
            <pc:docMk/>
            <pc:sldMk cId="2953646928" sldId="278"/>
            <ac:spMk id="12" creationId="{4D77015D-017E-D85F-2EAA-3ED389600083}"/>
          </ac:spMkLst>
        </pc:spChg>
        <pc:picChg chg="add mod">
          <ac:chgData name="Amri, Nour" userId="926b4828-6ce8-4ce8-9e45-3a80b7e5e50c" providerId="ADAL" clId="{D8DBA73F-CEE8-4B8C-B719-C648CB7D61BD}" dt="2026-10-12T19:06:27.841" v="886" actId="14100"/>
          <ac:picMkLst>
            <pc:docMk/>
            <pc:sldMk cId="2953646928" sldId="278"/>
            <ac:picMk id="3" creationId="{951009E0-95A2-DB7D-354D-2DF894314B23}"/>
          </ac:picMkLst>
        </pc:picChg>
        <pc:picChg chg="add mod">
          <ac:chgData name="Amri, Nour" userId="926b4828-6ce8-4ce8-9e45-3a80b7e5e50c" providerId="ADAL" clId="{D8DBA73F-CEE8-4B8C-B719-C648CB7D61BD}" dt="2026-10-12T19:06:38.951" v="890" actId="14100"/>
          <ac:picMkLst>
            <pc:docMk/>
            <pc:sldMk cId="2953646928" sldId="278"/>
            <ac:picMk id="5" creationId="{3B3B0BE5-448D-8376-C90E-B5253B525048}"/>
          </ac:picMkLst>
        </pc:picChg>
        <pc:picChg chg="add mod">
          <ac:chgData name="Amri, Nour" userId="926b4828-6ce8-4ce8-9e45-3a80b7e5e50c" providerId="ADAL" clId="{D8DBA73F-CEE8-4B8C-B719-C648CB7D61BD}" dt="2026-10-12T19:06:17.493" v="882" actId="1076"/>
          <ac:picMkLst>
            <pc:docMk/>
            <pc:sldMk cId="2953646928" sldId="278"/>
            <ac:picMk id="7" creationId="{51408FE7-7751-9066-F578-DEA397031E48}"/>
          </ac:picMkLst>
        </pc:picChg>
        <pc:picChg chg="add mod">
          <ac:chgData name="Amri, Nour" userId="926b4828-6ce8-4ce8-9e45-3a80b7e5e50c" providerId="ADAL" clId="{D8DBA73F-CEE8-4B8C-B719-C648CB7D61BD}" dt="2026-10-12T19:06:14.762" v="881" actId="1076"/>
          <ac:picMkLst>
            <pc:docMk/>
            <pc:sldMk cId="2953646928" sldId="278"/>
            <ac:picMk id="9" creationId="{D309A3BB-E0A7-2D4A-2538-8F362975E716}"/>
          </ac:picMkLst>
        </pc:picChg>
        <pc:picChg chg="add mod">
          <ac:chgData name="Amri, Nour" userId="926b4828-6ce8-4ce8-9e45-3a80b7e5e50c" providerId="ADAL" clId="{D8DBA73F-CEE8-4B8C-B719-C648CB7D61BD}" dt="2026-10-12T19:06:11.425" v="880" actId="1076"/>
          <ac:picMkLst>
            <pc:docMk/>
            <pc:sldMk cId="2953646928" sldId="278"/>
            <ac:picMk id="11" creationId="{E763E938-CB33-04C2-5A97-3EDA1A14B2E2}"/>
          </ac:picMkLst>
        </pc:picChg>
      </pc:sldChg>
      <pc:sldChg chg="addSp delSp modSp new mod ord">
        <pc:chgData name="Amri, Nour" userId="926b4828-6ce8-4ce8-9e45-3a80b7e5e50c" providerId="ADAL" clId="{D8DBA73F-CEE8-4B8C-B719-C648CB7D61BD}" dt="2026-10-12T20:01:42.213" v="965" actId="20577"/>
        <pc:sldMkLst>
          <pc:docMk/>
          <pc:sldMk cId="683874212" sldId="279"/>
        </pc:sldMkLst>
        <pc:spChg chg="add mod">
          <ac:chgData name="Amri, Nour" userId="926b4828-6ce8-4ce8-9e45-3a80b7e5e50c" providerId="ADAL" clId="{D8DBA73F-CEE8-4B8C-B719-C648CB7D61BD}" dt="2026-10-12T20:01:42.213" v="965" actId="20577"/>
          <ac:spMkLst>
            <pc:docMk/>
            <pc:sldMk cId="683874212" sldId="279"/>
            <ac:spMk id="23" creationId="{82394CE8-B381-C9F2-77B3-8E0A37FE229A}"/>
          </ac:spMkLst>
        </pc:spChg>
        <pc:picChg chg="add mod">
          <ac:chgData name="Amri, Nour" userId="926b4828-6ce8-4ce8-9e45-3a80b7e5e50c" providerId="ADAL" clId="{D8DBA73F-CEE8-4B8C-B719-C648CB7D61BD}" dt="2026-10-12T19:07:05.299" v="901" actId="14100"/>
          <ac:picMkLst>
            <pc:docMk/>
            <pc:sldMk cId="683874212" sldId="279"/>
            <ac:picMk id="13" creationId="{685020B2-4487-E02F-CBC7-572688E14C1B}"/>
          </ac:picMkLst>
        </pc:picChg>
        <pc:picChg chg="add mod">
          <ac:chgData name="Amri, Nour" userId="926b4828-6ce8-4ce8-9e45-3a80b7e5e50c" providerId="ADAL" clId="{D8DBA73F-CEE8-4B8C-B719-C648CB7D61BD}" dt="2026-10-12T19:07:01.125" v="899" actId="1076"/>
          <ac:picMkLst>
            <pc:docMk/>
            <pc:sldMk cId="683874212" sldId="279"/>
            <ac:picMk id="15" creationId="{C4DC73F4-1B6A-592E-A309-ED36AC1641DD}"/>
          </ac:picMkLst>
        </pc:picChg>
        <pc:picChg chg="add mod">
          <ac:chgData name="Amri, Nour" userId="926b4828-6ce8-4ce8-9e45-3a80b7e5e50c" providerId="ADAL" clId="{D8DBA73F-CEE8-4B8C-B719-C648CB7D61BD}" dt="2026-10-12T19:06:57.655" v="898" actId="14100"/>
          <ac:picMkLst>
            <pc:docMk/>
            <pc:sldMk cId="683874212" sldId="279"/>
            <ac:picMk id="17" creationId="{9AA13684-9074-14E2-BB60-72437CEA565B}"/>
          </ac:picMkLst>
        </pc:picChg>
        <pc:picChg chg="add mod">
          <ac:chgData name="Amri, Nour" userId="926b4828-6ce8-4ce8-9e45-3a80b7e5e50c" providerId="ADAL" clId="{D8DBA73F-CEE8-4B8C-B719-C648CB7D61BD}" dt="2026-10-12T19:06:49.436" v="894" actId="14100"/>
          <ac:picMkLst>
            <pc:docMk/>
            <pc:sldMk cId="683874212" sldId="279"/>
            <ac:picMk id="19" creationId="{5A9F2398-1C1E-47E2-B8BA-266EBFD143BC}"/>
          </ac:picMkLst>
        </pc:picChg>
        <pc:picChg chg="add mod">
          <ac:chgData name="Amri, Nour" userId="926b4828-6ce8-4ce8-9e45-3a80b7e5e50c" providerId="ADAL" clId="{D8DBA73F-CEE8-4B8C-B719-C648CB7D61BD}" dt="2026-10-12T19:06:45.570" v="892" actId="1076"/>
          <ac:picMkLst>
            <pc:docMk/>
            <pc:sldMk cId="683874212" sldId="279"/>
            <ac:picMk id="21" creationId="{95FD8893-C304-9EB1-E814-5D9F640691EE}"/>
          </ac:picMkLst>
        </pc:picChg>
      </pc:sldChg>
      <pc:sldChg chg="addSp delSp modSp new del mod ord">
        <pc:chgData name="Amri, Nour" userId="926b4828-6ce8-4ce8-9e45-3a80b7e5e50c" providerId="ADAL" clId="{D8DBA73F-CEE8-4B8C-B719-C648CB7D61BD}" dt="2026-10-12T16:14:26.783" v="356" actId="47"/>
        <pc:sldMkLst>
          <pc:docMk/>
          <pc:sldMk cId="4013005246" sldId="281"/>
        </pc:sldMkLst>
      </pc:sldChg>
      <pc:sldChg chg="del">
        <pc:chgData name="Amri, Nour" userId="926b4828-6ce8-4ce8-9e45-3a80b7e5e50c" providerId="ADAL" clId="{D8DBA73F-CEE8-4B8C-B719-C648CB7D61BD}" dt="2026-10-12T16:14:26.783" v="356" actId="47"/>
        <pc:sldMkLst>
          <pc:docMk/>
          <pc:sldMk cId="3997847847" sldId="284"/>
        </pc:sldMkLst>
      </pc:sldChg>
      <pc:sldChg chg="addSp modSp new del mod ord">
        <pc:chgData name="Amri, Nour" userId="926b4828-6ce8-4ce8-9e45-3a80b7e5e50c" providerId="ADAL" clId="{D8DBA73F-CEE8-4B8C-B719-C648CB7D61BD}" dt="2026-10-12T19:59:40.351" v="902" actId="47"/>
        <pc:sldMkLst>
          <pc:docMk/>
          <pc:sldMk cId="3265408256" sldId="288"/>
        </pc:sldMkLst>
        <pc:picChg chg="mod">
          <ac:chgData name="Amri, Nour" userId="926b4828-6ce8-4ce8-9e45-3a80b7e5e50c" providerId="ADAL" clId="{D8DBA73F-CEE8-4B8C-B719-C648CB7D61BD}" dt="2026-10-12T19:05:07.631" v="870" actId="14100"/>
          <ac:picMkLst>
            <pc:docMk/>
            <pc:sldMk cId="3265408256" sldId="288"/>
            <ac:picMk id="4" creationId="{2827DC30-44EE-1096-A3D7-F2763AAAEA5E}"/>
          </ac:picMkLst>
        </pc:picChg>
        <pc:picChg chg="mod">
          <ac:chgData name="Amri, Nour" userId="926b4828-6ce8-4ce8-9e45-3a80b7e5e50c" providerId="ADAL" clId="{D8DBA73F-CEE8-4B8C-B719-C648CB7D61BD}" dt="2026-10-12T19:05:09.759" v="871" actId="14100"/>
          <ac:picMkLst>
            <pc:docMk/>
            <pc:sldMk cId="3265408256" sldId="288"/>
            <ac:picMk id="7" creationId="{891C6001-3693-5CD4-305D-BA54C7857F2C}"/>
          </ac:picMkLst>
        </pc:picChg>
      </pc:sldChg>
      <pc:sldChg chg="modSp mod">
        <pc:chgData name="Amri, Nour" userId="926b4828-6ce8-4ce8-9e45-3a80b7e5e50c" providerId="ADAL" clId="{D8DBA73F-CEE8-4B8C-B719-C648CB7D61BD}" dt="2026-10-12T19:05:16.914" v="872" actId="1076"/>
        <pc:sldMkLst>
          <pc:docMk/>
          <pc:sldMk cId="1443528481" sldId="290"/>
        </pc:sldMkLst>
        <pc:picChg chg="mod">
          <ac:chgData name="Amri, Nour" userId="926b4828-6ce8-4ce8-9e45-3a80b7e5e50c" providerId="ADAL" clId="{D8DBA73F-CEE8-4B8C-B719-C648CB7D61BD}" dt="2026-10-12T19:05:16.914" v="872" actId="1076"/>
          <ac:picMkLst>
            <pc:docMk/>
            <pc:sldMk cId="1443528481" sldId="290"/>
            <ac:picMk id="5" creationId="{9D47EA3C-C0EC-60E4-4A5F-1417E81D4942}"/>
          </ac:picMkLst>
        </pc:picChg>
      </pc:sldChg>
      <pc:sldChg chg="addSp modSp mod">
        <pc:chgData name="Amri, Nour" userId="926b4828-6ce8-4ce8-9e45-3a80b7e5e50c" providerId="ADAL" clId="{D8DBA73F-CEE8-4B8C-B719-C648CB7D61BD}" dt="2026-10-12T15:56:17.094" v="353" actId="122"/>
        <pc:sldMkLst>
          <pc:docMk/>
          <pc:sldMk cId="1121880248" sldId="292"/>
        </pc:sldMkLst>
        <pc:spChg chg="add mod">
          <ac:chgData name="Amri, Nour" userId="926b4828-6ce8-4ce8-9e45-3a80b7e5e50c" providerId="ADAL" clId="{D8DBA73F-CEE8-4B8C-B719-C648CB7D61BD}" dt="2026-10-12T15:56:17.094" v="353" actId="122"/>
          <ac:spMkLst>
            <pc:docMk/>
            <pc:sldMk cId="1121880248" sldId="292"/>
            <ac:spMk id="2" creationId="{E79D94F8-DAAF-6684-E8E1-8536CD170A09}"/>
          </ac:spMkLst>
        </pc:spChg>
        <pc:picChg chg="mod">
          <ac:chgData name="Amri, Nour" userId="926b4828-6ce8-4ce8-9e45-3a80b7e5e50c" providerId="ADAL" clId="{D8DBA73F-CEE8-4B8C-B719-C648CB7D61BD}" dt="2026-10-12T15:49:59.048" v="331" actId="1076"/>
          <ac:picMkLst>
            <pc:docMk/>
            <pc:sldMk cId="1121880248" sldId="292"/>
            <ac:picMk id="3" creationId="{A5A7B52D-ADA6-71FB-24ED-7469D86FC192}"/>
          </ac:picMkLst>
        </pc:picChg>
        <pc:picChg chg="mod">
          <ac:chgData name="Amri, Nour" userId="926b4828-6ce8-4ce8-9e45-3a80b7e5e50c" providerId="ADAL" clId="{D8DBA73F-CEE8-4B8C-B719-C648CB7D61BD}" dt="2026-10-12T15:49:52.765" v="329" actId="14100"/>
          <ac:picMkLst>
            <pc:docMk/>
            <pc:sldMk cId="1121880248" sldId="292"/>
            <ac:picMk id="5" creationId="{8671DB2A-C7C5-B74F-5C89-43F0743B5936}"/>
          </ac:picMkLst>
        </pc:picChg>
      </pc:sldChg>
      <pc:sldChg chg="del">
        <pc:chgData name="Amri, Nour" userId="926b4828-6ce8-4ce8-9e45-3a80b7e5e50c" providerId="ADAL" clId="{D8DBA73F-CEE8-4B8C-B719-C648CB7D61BD}" dt="2026-10-12T18:43:20.828" v="864" actId="47"/>
        <pc:sldMkLst>
          <pc:docMk/>
          <pc:sldMk cId="4211151393" sldId="293"/>
        </pc:sldMkLst>
      </pc:sldChg>
      <pc:sldChg chg="del">
        <pc:chgData name="Amri, Nour" userId="926b4828-6ce8-4ce8-9e45-3a80b7e5e50c" providerId="ADAL" clId="{D8DBA73F-CEE8-4B8C-B719-C648CB7D61BD}" dt="2026-10-12T16:57:49.732" v="755" actId="47"/>
        <pc:sldMkLst>
          <pc:docMk/>
          <pc:sldMk cId="1734660328" sldId="294"/>
        </pc:sldMkLst>
      </pc:sldChg>
      <pc:sldChg chg="modSp mod">
        <pc:chgData name="Amri, Nour" userId="926b4828-6ce8-4ce8-9e45-3a80b7e5e50c" providerId="ADAL" clId="{D8DBA73F-CEE8-4B8C-B719-C648CB7D61BD}" dt="2026-10-12T18:43:06.149" v="863" actId="20577"/>
        <pc:sldMkLst>
          <pc:docMk/>
          <pc:sldMk cId="1444019706" sldId="298"/>
        </pc:sldMkLst>
        <pc:graphicFrameChg chg="modGraphic">
          <ac:chgData name="Amri, Nour" userId="926b4828-6ce8-4ce8-9e45-3a80b7e5e50c" providerId="ADAL" clId="{D8DBA73F-CEE8-4B8C-B719-C648CB7D61BD}" dt="2026-10-12T18:43:06.149" v="863" actId="20577"/>
          <ac:graphicFrameMkLst>
            <pc:docMk/>
            <pc:sldMk cId="1444019706" sldId="298"/>
            <ac:graphicFrameMk id="7" creationId="{00000000-0000-0000-0000-000000000000}"/>
          </ac:graphicFrameMkLst>
        </pc:graphicFrameChg>
      </pc:sldChg>
      <pc:sldChg chg="addSp modSp new mod">
        <pc:chgData name="Amri, Nour" userId="926b4828-6ce8-4ce8-9e45-3a80b7e5e50c" providerId="ADAL" clId="{D8DBA73F-CEE8-4B8C-B719-C648CB7D61BD}" dt="2026-10-12T16:47:27.005" v="668" actId="20577"/>
        <pc:sldMkLst>
          <pc:docMk/>
          <pc:sldMk cId="2476814629" sldId="300"/>
        </pc:sldMkLst>
        <pc:spChg chg="add mod">
          <ac:chgData name="Amri, Nour" userId="926b4828-6ce8-4ce8-9e45-3a80b7e5e50c" providerId="ADAL" clId="{D8DBA73F-CEE8-4B8C-B719-C648CB7D61BD}" dt="2026-10-12T16:47:27.005" v="668" actId="20577"/>
          <ac:spMkLst>
            <pc:docMk/>
            <pc:sldMk cId="2476814629" sldId="300"/>
            <ac:spMk id="12" creationId="{291185FF-875E-6973-3458-1692FCE6B319}"/>
          </ac:spMkLst>
        </pc:spChg>
        <pc:picChg chg="add mod">
          <ac:chgData name="Amri, Nour" userId="926b4828-6ce8-4ce8-9e45-3a80b7e5e50c" providerId="ADAL" clId="{D8DBA73F-CEE8-4B8C-B719-C648CB7D61BD}" dt="2026-10-12T16:47:00.077" v="654" actId="14100"/>
          <ac:picMkLst>
            <pc:docMk/>
            <pc:sldMk cId="2476814629" sldId="300"/>
            <ac:picMk id="3" creationId="{19F603D0-A88D-C6C2-F572-A6359D16CD40}"/>
          </ac:picMkLst>
        </pc:picChg>
        <pc:picChg chg="add mod">
          <ac:chgData name="Amri, Nour" userId="926b4828-6ce8-4ce8-9e45-3a80b7e5e50c" providerId="ADAL" clId="{D8DBA73F-CEE8-4B8C-B719-C648CB7D61BD}" dt="2026-10-12T16:47:02.548" v="655" actId="14100"/>
          <ac:picMkLst>
            <pc:docMk/>
            <pc:sldMk cId="2476814629" sldId="300"/>
            <ac:picMk id="5" creationId="{32A5D078-9FBE-03D0-03E6-F1F9A8313D95}"/>
          </ac:picMkLst>
        </pc:picChg>
        <pc:picChg chg="add mod">
          <ac:chgData name="Amri, Nour" userId="926b4828-6ce8-4ce8-9e45-3a80b7e5e50c" providerId="ADAL" clId="{D8DBA73F-CEE8-4B8C-B719-C648CB7D61BD}" dt="2026-10-12T16:47:05.319" v="656" actId="14100"/>
          <ac:picMkLst>
            <pc:docMk/>
            <pc:sldMk cId="2476814629" sldId="300"/>
            <ac:picMk id="7" creationId="{90F8B202-72F1-182F-A7AE-8A6E6E215483}"/>
          </ac:picMkLst>
        </pc:picChg>
        <pc:picChg chg="add mod">
          <ac:chgData name="Amri, Nour" userId="926b4828-6ce8-4ce8-9e45-3a80b7e5e50c" providerId="ADAL" clId="{D8DBA73F-CEE8-4B8C-B719-C648CB7D61BD}" dt="2026-10-12T16:47:09.115" v="657" actId="14100"/>
          <ac:picMkLst>
            <pc:docMk/>
            <pc:sldMk cId="2476814629" sldId="300"/>
            <ac:picMk id="9" creationId="{B07B542C-96A2-AA04-69EB-E9351DA42B8B}"/>
          </ac:picMkLst>
        </pc:picChg>
        <pc:picChg chg="add mod">
          <ac:chgData name="Amri, Nour" userId="926b4828-6ce8-4ce8-9e45-3a80b7e5e50c" providerId="ADAL" clId="{D8DBA73F-CEE8-4B8C-B719-C648CB7D61BD}" dt="2026-10-12T16:47:14.021" v="658" actId="14100"/>
          <ac:picMkLst>
            <pc:docMk/>
            <pc:sldMk cId="2476814629" sldId="300"/>
            <ac:picMk id="11" creationId="{0CE1C28E-8058-842D-6B0D-35AF4AF66262}"/>
          </ac:picMkLst>
        </pc:picChg>
      </pc:sldChg>
      <pc:sldChg chg="addSp modSp new mod">
        <pc:chgData name="Amri, Nour" userId="926b4828-6ce8-4ce8-9e45-3a80b7e5e50c" providerId="ADAL" clId="{D8DBA73F-CEE8-4B8C-B719-C648CB7D61BD}" dt="2026-10-12T16:49:40.009" v="719" actId="1076"/>
        <pc:sldMkLst>
          <pc:docMk/>
          <pc:sldMk cId="2266185841" sldId="301"/>
        </pc:sldMkLst>
        <pc:spChg chg="add mod">
          <ac:chgData name="Amri, Nour" userId="926b4828-6ce8-4ce8-9e45-3a80b7e5e50c" providerId="ADAL" clId="{D8DBA73F-CEE8-4B8C-B719-C648CB7D61BD}" dt="2026-10-12T16:49:40.009" v="719" actId="1076"/>
          <ac:spMkLst>
            <pc:docMk/>
            <pc:sldMk cId="2266185841" sldId="301"/>
            <ac:spMk id="13" creationId="{2B38B963-ECFA-A8AD-5509-DF80AED578DA}"/>
          </ac:spMkLst>
        </pc:spChg>
        <pc:picChg chg="add mod">
          <ac:chgData name="Amri, Nour" userId="926b4828-6ce8-4ce8-9e45-3a80b7e5e50c" providerId="ADAL" clId="{D8DBA73F-CEE8-4B8C-B719-C648CB7D61BD}" dt="2026-10-12T16:49:13.025" v="707" actId="1076"/>
          <ac:picMkLst>
            <pc:docMk/>
            <pc:sldMk cId="2266185841" sldId="301"/>
            <ac:picMk id="3" creationId="{11BEAD36-CFF2-CF86-733B-D14583F93392}"/>
          </ac:picMkLst>
        </pc:picChg>
        <pc:picChg chg="add mod">
          <ac:chgData name="Amri, Nour" userId="926b4828-6ce8-4ce8-9e45-3a80b7e5e50c" providerId="ADAL" clId="{D8DBA73F-CEE8-4B8C-B719-C648CB7D61BD}" dt="2026-10-12T16:49:14.992" v="708" actId="1076"/>
          <ac:picMkLst>
            <pc:docMk/>
            <pc:sldMk cId="2266185841" sldId="301"/>
            <ac:picMk id="5" creationId="{53C360E5-0BA1-22D6-87DB-C00847B11CDF}"/>
          </ac:picMkLst>
        </pc:picChg>
        <pc:picChg chg="add mod">
          <ac:chgData name="Amri, Nour" userId="926b4828-6ce8-4ce8-9e45-3a80b7e5e50c" providerId="ADAL" clId="{D8DBA73F-CEE8-4B8C-B719-C648CB7D61BD}" dt="2026-10-12T16:49:16.351" v="709" actId="1076"/>
          <ac:picMkLst>
            <pc:docMk/>
            <pc:sldMk cId="2266185841" sldId="301"/>
            <ac:picMk id="7" creationId="{4A86A043-FE9D-D2AB-45EE-8C1401DAB230}"/>
          </ac:picMkLst>
        </pc:picChg>
        <pc:picChg chg="add mod">
          <ac:chgData name="Amri, Nour" userId="926b4828-6ce8-4ce8-9e45-3a80b7e5e50c" providerId="ADAL" clId="{D8DBA73F-CEE8-4B8C-B719-C648CB7D61BD}" dt="2026-10-12T16:49:09.556" v="705" actId="1076"/>
          <ac:picMkLst>
            <pc:docMk/>
            <pc:sldMk cId="2266185841" sldId="301"/>
            <ac:picMk id="9" creationId="{F862918E-AF91-9666-E809-F5B5B90CE5F8}"/>
          </ac:picMkLst>
        </pc:picChg>
        <pc:picChg chg="add mod">
          <ac:chgData name="Amri, Nour" userId="926b4828-6ce8-4ce8-9e45-3a80b7e5e50c" providerId="ADAL" clId="{D8DBA73F-CEE8-4B8C-B719-C648CB7D61BD}" dt="2026-10-12T16:49:10.695" v="706" actId="1076"/>
          <ac:picMkLst>
            <pc:docMk/>
            <pc:sldMk cId="2266185841" sldId="301"/>
            <ac:picMk id="11" creationId="{5E678243-2B37-21EA-07D0-2F1C7DEEC40A}"/>
          </ac:picMkLst>
        </pc:picChg>
      </pc:sldChg>
      <pc:sldChg chg="addSp modSp new mod ord">
        <pc:chgData name="Amri, Nour" userId="926b4828-6ce8-4ce8-9e45-3a80b7e5e50c" providerId="ADAL" clId="{D8DBA73F-CEE8-4B8C-B719-C648CB7D61BD}" dt="2026-10-12T16:46:02.799" v="637" actId="20577"/>
        <pc:sldMkLst>
          <pc:docMk/>
          <pc:sldMk cId="922956122" sldId="302"/>
        </pc:sldMkLst>
        <pc:spChg chg="add mod">
          <ac:chgData name="Amri, Nour" userId="926b4828-6ce8-4ce8-9e45-3a80b7e5e50c" providerId="ADAL" clId="{D8DBA73F-CEE8-4B8C-B719-C648CB7D61BD}" dt="2026-10-12T16:46:02.799" v="637" actId="20577"/>
          <ac:spMkLst>
            <pc:docMk/>
            <pc:sldMk cId="922956122" sldId="302"/>
            <ac:spMk id="13" creationId="{BBDCF53E-EF03-149D-1850-2CAC033FD394}"/>
          </ac:spMkLst>
        </pc:spChg>
        <pc:picChg chg="add mod">
          <ac:chgData name="Amri, Nour" userId="926b4828-6ce8-4ce8-9e45-3a80b7e5e50c" providerId="ADAL" clId="{D8DBA73F-CEE8-4B8C-B719-C648CB7D61BD}" dt="2026-10-12T16:45:36.128" v="623" actId="1076"/>
          <ac:picMkLst>
            <pc:docMk/>
            <pc:sldMk cId="922956122" sldId="302"/>
            <ac:picMk id="3" creationId="{F94161A5-9106-C427-19FA-4D252254EB1C}"/>
          </ac:picMkLst>
        </pc:picChg>
        <pc:picChg chg="add mod">
          <ac:chgData name="Amri, Nour" userId="926b4828-6ce8-4ce8-9e45-3a80b7e5e50c" providerId="ADAL" clId="{D8DBA73F-CEE8-4B8C-B719-C648CB7D61BD}" dt="2026-10-12T16:45:37.628" v="624" actId="1076"/>
          <ac:picMkLst>
            <pc:docMk/>
            <pc:sldMk cId="922956122" sldId="302"/>
            <ac:picMk id="5" creationId="{AC563F4B-3633-DB7F-B238-AFE6C05B62D3}"/>
          </ac:picMkLst>
        </pc:picChg>
        <pc:picChg chg="add mod">
          <ac:chgData name="Amri, Nour" userId="926b4828-6ce8-4ce8-9e45-3a80b7e5e50c" providerId="ADAL" clId="{D8DBA73F-CEE8-4B8C-B719-C648CB7D61BD}" dt="2026-10-12T16:45:39.158" v="625" actId="1076"/>
          <ac:picMkLst>
            <pc:docMk/>
            <pc:sldMk cId="922956122" sldId="302"/>
            <ac:picMk id="7" creationId="{40819E46-0371-F6B6-8962-08241517E5A0}"/>
          </ac:picMkLst>
        </pc:picChg>
        <pc:picChg chg="add mod">
          <ac:chgData name="Amri, Nour" userId="926b4828-6ce8-4ce8-9e45-3a80b7e5e50c" providerId="ADAL" clId="{D8DBA73F-CEE8-4B8C-B719-C648CB7D61BD}" dt="2026-10-12T16:45:40.545" v="626" actId="1076"/>
          <ac:picMkLst>
            <pc:docMk/>
            <pc:sldMk cId="922956122" sldId="302"/>
            <ac:picMk id="9" creationId="{69469FBF-3B9D-C4AF-F6D4-80206918C490}"/>
          </ac:picMkLst>
        </pc:picChg>
        <pc:picChg chg="add mod">
          <ac:chgData name="Amri, Nour" userId="926b4828-6ce8-4ce8-9e45-3a80b7e5e50c" providerId="ADAL" clId="{D8DBA73F-CEE8-4B8C-B719-C648CB7D61BD}" dt="2026-10-12T16:45:42.394" v="627" actId="1076"/>
          <ac:picMkLst>
            <pc:docMk/>
            <pc:sldMk cId="922956122" sldId="302"/>
            <ac:picMk id="11" creationId="{253C42D8-FCE3-FC69-CDAB-7B67AD107240}"/>
          </ac:picMkLst>
        </pc:picChg>
      </pc:sldChg>
      <pc:sldChg chg="addSp delSp modSp new mod">
        <pc:chgData name="Amri, Nour" userId="926b4828-6ce8-4ce8-9e45-3a80b7e5e50c" providerId="ADAL" clId="{D8DBA73F-CEE8-4B8C-B719-C648CB7D61BD}" dt="2026-10-12T16:44:11.650" v="592" actId="20577"/>
        <pc:sldMkLst>
          <pc:docMk/>
          <pc:sldMk cId="1202038977" sldId="303"/>
        </pc:sldMkLst>
        <pc:spChg chg="add mod">
          <ac:chgData name="Amri, Nour" userId="926b4828-6ce8-4ce8-9e45-3a80b7e5e50c" providerId="ADAL" clId="{D8DBA73F-CEE8-4B8C-B719-C648CB7D61BD}" dt="2026-10-12T16:44:11.650" v="592" actId="20577"/>
          <ac:spMkLst>
            <pc:docMk/>
            <pc:sldMk cId="1202038977" sldId="303"/>
            <ac:spMk id="15" creationId="{70FECF71-790A-5F33-BB3F-6F1EBCEE3ED8}"/>
          </ac:spMkLst>
        </pc:spChg>
        <pc:picChg chg="add mod">
          <ac:chgData name="Amri, Nour" userId="926b4828-6ce8-4ce8-9e45-3a80b7e5e50c" providerId="ADAL" clId="{D8DBA73F-CEE8-4B8C-B719-C648CB7D61BD}" dt="2026-10-12T16:43:05.796" v="564" actId="14100"/>
          <ac:picMkLst>
            <pc:docMk/>
            <pc:sldMk cId="1202038977" sldId="303"/>
            <ac:picMk id="3" creationId="{E8A01B23-8D89-4A7A-77A3-EE5E5D89710B}"/>
          </ac:picMkLst>
        </pc:picChg>
        <pc:picChg chg="add del mod">
          <ac:chgData name="Amri, Nour" userId="926b4828-6ce8-4ce8-9e45-3a80b7e5e50c" providerId="ADAL" clId="{D8DBA73F-CEE8-4B8C-B719-C648CB7D61BD}" dt="2026-10-12T16:29:44.639" v="383" actId="478"/>
          <ac:picMkLst>
            <pc:docMk/>
            <pc:sldMk cId="1202038977" sldId="303"/>
            <ac:picMk id="5" creationId="{4ABD7A4E-E22A-FF6B-339D-213F41847AA6}"/>
          </ac:picMkLst>
        </pc:picChg>
        <pc:picChg chg="add mod">
          <ac:chgData name="Amri, Nour" userId="926b4828-6ce8-4ce8-9e45-3a80b7e5e50c" providerId="ADAL" clId="{D8DBA73F-CEE8-4B8C-B719-C648CB7D61BD}" dt="2026-10-12T16:43:10.714" v="566" actId="14100"/>
          <ac:picMkLst>
            <pc:docMk/>
            <pc:sldMk cId="1202038977" sldId="303"/>
            <ac:picMk id="7" creationId="{21D6B739-CF7C-9335-E487-A5012CE19F2A}"/>
          </ac:picMkLst>
        </pc:picChg>
        <pc:picChg chg="add mod">
          <ac:chgData name="Amri, Nour" userId="926b4828-6ce8-4ce8-9e45-3a80b7e5e50c" providerId="ADAL" clId="{D8DBA73F-CEE8-4B8C-B719-C648CB7D61BD}" dt="2026-10-12T16:43:44.110" v="581" actId="14100"/>
          <ac:picMkLst>
            <pc:docMk/>
            <pc:sldMk cId="1202038977" sldId="303"/>
            <ac:picMk id="9" creationId="{BA1A9ECB-7C36-31EC-E755-D0F41F26FB83}"/>
          </ac:picMkLst>
        </pc:picChg>
        <pc:picChg chg="add mod">
          <ac:chgData name="Amri, Nour" userId="926b4828-6ce8-4ce8-9e45-3a80b7e5e50c" providerId="ADAL" clId="{D8DBA73F-CEE8-4B8C-B719-C648CB7D61BD}" dt="2026-10-12T16:43:41.729" v="580" actId="14100"/>
          <ac:picMkLst>
            <pc:docMk/>
            <pc:sldMk cId="1202038977" sldId="303"/>
            <ac:picMk id="11" creationId="{4BA664F4-FFB8-5630-3B00-B0291EB9D57B}"/>
          </ac:picMkLst>
        </pc:picChg>
        <pc:picChg chg="add mod">
          <ac:chgData name="Amri, Nour" userId="926b4828-6ce8-4ce8-9e45-3a80b7e5e50c" providerId="ADAL" clId="{D8DBA73F-CEE8-4B8C-B719-C648CB7D61BD}" dt="2026-10-12T16:43:39.556" v="579" actId="14100"/>
          <ac:picMkLst>
            <pc:docMk/>
            <pc:sldMk cId="1202038977" sldId="303"/>
            <ac:picMk id="13" creationId="{E3A4A827-2A54-2DEB-DDF4-43A4916CB7F5}"/>
          </ac:picMkLst>
        </pc:picChg>
      </pc:sldChg>
      <pc:sldChg chg="addSp delSp modSp new mod">
        <pc:chgData name="Amri, Nour" userId="926b4828-6ce8-4ce8-9e45-3a80b7e5e50c" providerId="ADAL" clId="{D8DBA73F-CEE8-4B8C-B719-C648CB7D61BD}" dt="2026-10-12T20:02:20.541" v="968" actId="1076"/>
        <pc:sldMkLst>
          <pc:docMk/>
          <pc:sldMk cId="617931029" sldId="304"/>
        </pc:sldMkLst>
        <pc:spChg chg="add mod">
          <ac:chgData name="Amri, Nour" userId="926b4828-6ce8-4ce8-9e45-3a80b7e5e50c" providerId="ADAL" clId="{D8DBA73F-CEE8-4B8C-B719-C648CB7D61BD}" dt="2026-10-12T20:02:20.541" v="968" actId="1076"/>
          <ac:spMkLst>
            <pc:docMk/>
            <pc:sldMk cId="617931029" sldId="304"/>
            <ac:spMk id="3" creationId="{492AB3F0-88B4-48B4-9A68-5CE736C3E86F}"/>
          </ac:spMkLst>
        </pc:spChg>
        <pc:spChg chg="add mod">
          <ac:chgData name="Amri, Nour" userId="926b4828-6ce8-4ce8-9e45-3a80b7e5e50c" providerId="ADAL" clId="{D8DBA73F-CEE8-4B8C-B719-C648CB7D61BD}" dt="2026-10-12T20:02:03.884" v="966" actId="1076"/>
          <ac:spMkLst>
            <pc:docMk/>
            <pc:sldMk cId="617931029" sldId="304"/>
            <ac:spMk id="15" creationId="{2905DEEB-20BE-1EA8-509B-7B087E69A328}"/>
          </ac:spMkLst>
        </pc:spChg>
        <pc:picChg chg="add del mod">
          <ac:chgData name="Amri, Nour" userId="926b4828-6ce8-4ce8-9e45-3a80b7e5e50c" providerId="ADAL" clId="{D8DBA73F-CEE8-4B8C-B719-C648CB7D61BD}" dt="2026-10-12T16:36:12.252" v="409" actId="478"/>
          <ac:picMkLst>
            <pc:docMk/>
            <pc:sldMk cId="617931029" sldId="304"/>
            <ac:picMk id="3" creationId="{06D5B667-6E94-DDA5-D916-B51217924DDB}"/>
          </ac:picMkLst>
        </pc:picChg>
        <pc:picChg chg="add mod">
          <ac:chgData name="Amri, Nour" userId="926b4828-6ce8-4ce8-9e45-3a80b7e5e50c" providerId="ADAL" clId="{D8DBA73F-CEE8-4B8C-B719-C648CB7D61BD}" dt="2026-10-12T20:00:51.008" v="940" actId="1076"/>
          <ac:picMkLst>
            <pc:docMk/>
            <pc:sldMk cId="617931029" sldId="304"/>
            <ac:picMk id="5" creationId="{89F89E9E-75C8-160C-F476-EE72B3FDE1F3}"/>
          </ac:picMkLst>
        </pc:picChg>
        <pc:picChg chg="add mod">
          <ac:chgData name="Amri, Nour" userId="926b4828-6ce8-4ce8-9e45-3a80b7e5e50c" providerId="ADAL" clId="{D8DBA73F-CEE8-4B8C-B719-C648CB7D61BD}" dt="2026-10-12T20:00:49.542" v="939" actId="1076"/>
          <ac:picMkLst>
            <pc:docMk/>
            <pc:sldMk cId="617931029" sldId="304"/>
            <ac:picMk id="7" creationId="{091E8971-88AB-4DAE-8F85-6A5B65D35332}"/>
          </ac:picMkLst>
        </pc:picChg>
        <pc:picChg chg="add mod">
          <ac:chgData name="Amri, Nour" userId="926b4828-6ce8-4ce8-9e45-3a80b7e5e50c" providerId="ADAL" clId="{D8DBA73F-CEE8-4B8C-B719-C648CB7D61BD}" dt="2026-10-12T20:00:59.712" v="946" actId="1076"/>
          <ac:picMkLst>
            <pc:docMk/>
            <pc:sldMk cId="617931029" sldId="304"/>
            <ac:picMk id="9" creationId="{E94CE880-E739-A2D0-C49E-8F0C4405AC0F}"/>
          </ac:picMkLst>
        </pc:picChg>
        <pc:picChg chg="add mod">
          <ac:chgData name="Amri, Nour" userId="926b4828-6ce8-4ce8-9e45-3a80b7e5e50c" providerId="ADAL" clId="{D8DBA73F-CEE8-4B8C-B719-C648CB7D61BD}" dt="2026-10-12T20:00:57.387" v="944" actId="1076"/>
          <ac:picMkLst>
            <pc:docMk/>
            <pc:sldMk cId="617931029" sldId="304"/>
            <ac:picMk id="11" creationId="{EF0451DF-45A3-139A-89EF-1FBF9DB94C42}"/>
          </ac:picMkLst>
        </pc:picChg>
        <pc:picChg chg="add mod">
          <ac:chgData name="Amri, Nour" userId="926b4828-6ce8-4ce8-9e45-3a80b7e5e50c" providerId="ADAL" clId="{D8DBA73F-CEE8-4B8C-B719-C648CB7D61BD}" dt="2026-10-12T20:00:58.373" v="945" actId="1076"/>
          <ac:picMkLst>
            <pc:docMk/>
            <pc:sldMk cId="617931029" sldId="304"/>
            <ac:picMk id="13" creationId="{C9463DD3-A04B-F504-BCF1-07AD93E5A294}"/>
          </ac:picMkLst>
        </pc:picChg>
      </pc:sldChg>
      <pc:sldChg chg="addSp delSp modSp new mod">
        <pc:chgData name="Amri, Nour" userId="926b4828-6ce8-4ce8-9e45-3a80b7e5e50c" providerId="ADAL" clId="{D8DBA73F-CEE8-4B8C-B719-C648CB7D61BD}" dt="2026-10-12T16:50:47.310" v="743" actId="14100"/>
        <pc:sldMkLst>
          <pc:docMk/>
          <pc:sldMk cId="3880692169" sldId="305"/>
        </pc:sldMkLst>
        <pc:spChg chg="add mod">
          <ac:chgData name="Amri, Nour" userId="926b4828-6ce8-4ce8-9e45-3a80b7e5e50c" providerId="ADAL" clId="{D8DBA73F-CEE8-4B8C-B719-C648CB7D61BD}" dt="2026-10-12T16:42:23.548" v="553" actId="20577"/>
          <ac:spMkLst>
            <pc:docMk/>
            <pc:sldMk cId="3880692169" sldId="305"/>
            <ac:spMk id="15" creationId="{2CFE0BDB-6B56-57C6-3518-ED4B6CB89449}"/>
          </ac:spMkLst>
        </pc:spChg>
        <pc:picChg chg="add mod">
          <ac:chgData name="Amri, Nour" userId="926b4828-6ce8-4ce8-9e45-3a80b7e5e50c" providerId="ADAL" clId="{D8DBA73F-CEE8-4B8C-B719-C648CB7D61BD}" dt="2026-10-12T16:50:47.310" v="743" actId="14100"/>
          <ac:picMkLst>
            <pc:docMk/>
            <pc:sldMk cId="3880692169" sldId="305"/>
            <ac:picMk id="3" creationId="{4C3EF5A9-821C-481D-6E92-B14DB72321FA}"/>
          </ac:picMkLst>
        </pc:picChg>
        <pc:picChg chg="add mod">
          <ac:chgData name="Amri, Nour" userId="926b4828-6ce8-4ce8-9e45-3a80b7e5e50c" providerId="ADAL" clId="{D8DBA73F-CEE8-4B8C-B719-C648CB7D61BD}" dt="2026-10-12T16:50:44.572" v="742" actId="14100"/>
          <ac:picMkLst>
            <pc:docMk/>
            <pc:sldMk cId="3880692169" sldId="305"/>
            <ac:picMk id="5" creationId="{65B272E9-B43B-6981-A783-72B5A013AFF7}"/>
          </ac:picMkLst>
        </pc:picChg>
        <pc:picChg chg="add mod">
          <ac:chgData name="Amri, Nour" userId="926b4828-6ce8-4ce8-9e45-3a80b7e5e50c" providerId="ADAL" clId="{D8DBA73F-CEE8-4B8C-B719-C648CB7D61BD}" dt="2026-10-12T16:50:39.957" v="741" actId="1076"/>
          <ac:picMkLst>
            <pc:docMk/>
            <pc:sldMk cId="3880692169" sldId="305"/>
            <ac:picMk id="7" creationId="{81AC30A8-5974-F82F-6308-F2AE96641762}"/>
          </ac:picMkLst>
        </pc:picChg>
        <pc:picChg chg="add mod">
          <ac:chgData name="Amri, Nour" userId="926b4828-6ce8-4ce8-9e45-3a80b7e5e50c" providerId="ADAL" clId="{D8DBA73F-CEE8-4B8C-B719-C648CB7D61BD}" dt="2026-10-12T16:50:31.174" v="737" actId="14100"/>
          <ac:picMkLst>
            <pc:docMk/>
            <pc:sldMk cId="3880692169" sldId="305"/>
            <ac:picMk id="9" creationId="{C415726F-C98D-1318-8A9C-33A13263FD73}"/>
          </ac:picMkLst>
        </pc:picChg>
        <pc:picChg chg="add mod">
          <ac:chgData name="Amri, Nour" userId="926b4828-6ce8-4ce8-9e45-3a80b7e5e50c" providerId="ADAL" clId="{D8DBA73F-CEE8-4B8C-B719-C648CB7D61BD}" dt="2026-10-12T16:50:33.452" v="738" actId="14100"/>
          <ac:picMkLst>
            <pc:docMk/>
            <pc:sldMk cId="3880692169" sldId="305"/>
            <ac:picMk id="11" creationId="{8BFD8B3F-FD29-3B84-5BBF-5AD68118AB89}"/>
          </ac:picMkLst>
        </pc:picChg>
        <pc:picChg chg="add del mod">
          <ac:chgData name="Amri, Nour" userId="926b4828-6ce8-4ce8-9e45-3a80b7e5e50c" providerId="ADAL" clId="{D8DBA73F-CEE8-4B8C-B719-C648CB7D61BD}" dt="2026-10-12T16:35:35.305" v="400" actId="478"/>
          <ac:picMkLst>
            <pc:docMk/>
            <pc:sldMk cId="3880692169" sldId="305"/>
            <ac:picMk id="13" creationId="{B3EF42E0-4F5A-0B60-6382-CCB931D1E9DC}"/>
          </ac:picMkLst>
        </pc:picChg>
      </pc:sldChg>
      <pc:sldChg chg="new del">
        <pc:chgData name="Amri, Nour" userId="926b4828-6ce8-4ce8-9e45-3a80b7e5e50c" providerId="ADAL" clId="{D8DBA73F-CEE8-4B8C-B719-C648CB7D61BD}" dt="2026-10-12T17:14:28.111" v="759" actId="47"/>
        <pc:sldMkLst>
          <pc:docMk/>
          <pc:sldMk cId="792227348" sldId="306"/>
        </pc:sldMkLst>
      </pc:sldChg>
      <pc:sldChg chg="del">
        <pc:chgData name="Amri, Nour" userId="926b4828-6ce8-4ce8-9e45-3a80b7e5e50c" providerId="ADAL" clId="{D8DBA73F-CEE8-4B8C-B719-C648CB7D61BD}" dt="2026-10-12T19:59:47.343" v="903" actId="47"/>
        <pc:sldMkLst>
          <pc:docMk/>
          <pc:sldMk cId="4091991994" sldId="306"/>
        </pc:sldMkLst>
      </pc:sldChg>
      <pc:sldChg chg="new del">
        <pc:chgData name="Amri, Nour" userId="926b4828-6ce8-4ce8-9e45-3a80b7e5e50c" providerId="ADAL" clId="{D8DBA73F-CEE8-4B8C-B719-C648CB7D61BD}" dt="2026-10-12T17:14:24.297" v="758" actId="47"/>
        <pc:sldMkLst>
          <pc:docMk/>
          <pc:sldMk cId="3232960140" sldId="307"/>
        </pc:sldMkLst>
      </pc:sldChg>
      <pc:sldChg chg="addSp modSp new del mod">
        <pc:chgData name="Amri, Nour" userId="926b4828-6ce8-4ce8-9e45-3a80b7e5e50c" providerId="ADAL" clId="{D8DBA73F-CEE8-4B8C-B719-C648CB7D61BD}" dt="2026-10-12T20:02:29.639" v="969" actId="47"/>
        <pc:sldMkLst>
          <pc:docMk/>
          <pc:sldMk cId="1234459675" sldId="308"/>
        </pc:sldMkLst>
        <pc:spChg chg="add mod">
          <ac:chgData name="Amri, Nour" userId="926b4828-6ce8-4ce8-9e45-3a80b7e5e50c" providerId="ADAL" clId="{D8DBA73F-CEE8-4B8C-B719-C648CB7D61BD}" dt="2026-10-12T20:00:36.486" v="938" actId="2711"/>
          <ac:spMkLst>
            <pc:docMk/>
            <pc:sldMk cId="1234459675" sldId="308"/>
            <ac:spMk id="2" creationId="{4F0F67F8-F1A4-63E8-8F46-1A6FADFCA185}"/>
          </ac:spMkLst>
        </pc:spChg>
      </pc:sldChg>
    </pc:docChg>
  </pc:docChgLst>
  <pc:docChgLst>
    <pc:chgData name="Fufa, Nahom Tamru" userId="7d01b2f0-beae-434c-b709-7f54673cc059" providerId="ADAL" clId="{4B77DCEE-3336-458D-9561-95B77765DCCE}"/>
    <pc:docChg chg="undo custSel addSld delSld modSld sldOrd">
      <pc:chgData name="Fufa, Nahom Tamru" userId="7d01b2f0-beae-434c-b709-7f54673cc059" providerId="ADAL" clId="{4B77DCEE-3336-458D-9561-95B77765DCCE}" dt="2026-10-06T22:55:51.020" v="740" actId="1076"/>
      <pc:docMkLst>
        <pc:docMk/>
      </pc:docMkLst>
      <pc:sldChg chg="modSp mod">
        <pc:chgData name="Fufa, Nahom Tamru" userId="7d01b2f0-beae-434c-b709-7f54673cc059" providerId="ADAL" clId="{4B77DCEE-3336-458D-9561-95B77765DCCE}" dt="2026-09-29T16:07:04.249" v="69" actId="1076"/>
        <pc:sldMkLst>
          <pc:docMk/>
          <pc:sldMk cId="80062998" sldId="275"/>
        </pc:sldMkLst>
        <pc:spChg chg="mod">
          <ac:chgData name="Fufa, Nahom Tamru" userId="7d01b2f0-beae-434c-b709-7f54673cc059" providerId="ADAL" clId="{4B77DCEE-3336-458D-9561-95B77765DCCE}" dt="2026-09-29T16:07:04.249" v="69" actId="1076"/>
          <ac:spMkLst>
            <pc:docMk/>
            <pc:sldMk cId="80062998" sldId="275"/>
            <ac:spMk id="3" creationId="{563C6236-739F-8D07-FD6A-78B6BE70E5F9}"/>
          </ac:spMkLst>
        </pc:spChg>
        <pc:graphicFrameChg chg="mod modGraphic">
          <ac:chgData name="Fufa, Nahom Tamru" userId="7d01b2f0-beae-434c-b709-7f54673cc059" providerId="ADAL" clId="{4B77DCEE-3336-458D-9561-95B77765DCCE}" dt="2026-09-29T16:07:00.378" v="67" actId="113"/>
          <ac:graphicFrameMkLst>
            <pc:docMk/>
            <pc:sldMk cId="80062998" sldId="275"/>
            <ac:graphicFrameMk id="8" creationId="{1208077A-4A2A-3B8C-50EC-1DF19D373C3F}"/>
          </ac:graphicFrameMkLst>
        </pc:graphicFrameChg>
      </pc:sldChg>
      <pc:sldChg chg="addSp delSp modSp new mod ord">
        <pc:chgData name="Fufa, Nahom Tamru" userId="7d01b2f0-beae-434c-b709-7f54673cc059" providerId="ADAL" clId="{4B77DCEE-3336-458D-9561-95B77765DCCE}" dt="2026-09-29T15:21:00.138" v="54" actId="404"/>
        <pc:sldMkLst>
          <pc:docMk/>
          <pc:sldMk cId="1937681893" sldId="282"/>
        </pc:sldMkLst>
        <pc:spChg chg="add mod">
          <ac:chgData name="Fufa, Nahom Tamru" userId="7d01b2f0-beae-434c-b709-7f54673cc059" providerId="ADAL" clId="{4B77DCEE-3336-458D-9561-95B77765DCCE}" dt="2026-09-29T14:56:20.716" v="48" actId="1076"/>
          <ac:spMkLst>
            <pc:docMk/>
            <pc:sldMk cId="1937681893" sldId="282"/>
            <ac:spMk id="4" creationId="{BF84D0E3-DD37-17A1-A5AE-4CD5DA4AF7C0}"/>
          </ac:spMkLst>
        </pc:spChg>
        <pc:spChg chg="add mod">
          <ac:chgData name="Fufa, Nahom Tamru" userId="7d01b2f0-beae-434c-b709-7f54673cc059" providerId="ADAL" clId="{4B77DCEE-3336-458D-9561-95B77765DCCE}" dt="2026-09-29T14:56:17.460" v="47" actId="1076"/>
          <ac:spMkLst>
            <pc:docMk/>
            <pc:sldMk cId="1937681893" sldId="282"/>
            <ac:spMk id="8" creationId="{CC511DA4-EAF0-CC4E-778C-FCD1F057F4DF}"/>
          </ac:spMkLst>
        </pc:spChg>
        <pc:graphicFrameChg chg="add mod modGraphic">
          <ac:chgData name="Fufa, Nahom Tamru" userId="7d01b2f0-beae-434c-b709-7f54673cc059" providerId="ADAL" clId="{4B77DCEE-3336-458D-9561-95B77765DCCE}" dt="2026-09-29T14:52:24.617" v="32" actId="403"/>
          <ac:graphicFrameMkLst>
            <pc:docMk/>
            <pc:sldMk cId="1937681893" sldId="282"/>
            <ac:graphicFrameMk id="5" creationId="{9F3A51DF-7B6F-A8DA-06AF-7381D52848BA}"/>
          </ac:graphicFrameMkLst>
        </pc:graphicFrameChg>
        <pc:graphicFrameChg chg="add mod modGraphic">
          <ac:chgData name="Fufa, Nahom Tamru" userId="7d01b2f0-beae-434c-b709-7f54673cc059" providerId="ADAL" clId="{4B77DCEE-3336-458D-9561-95B77765DCCE}" dt="2026-09-29T15:21:00.138" v="54" actId="404"/>
          <ac:graphicFrameMkLst>
            <pc:docMk/>
            <pc:sldMk cId="1937681893" sldId="282"/>
            <ac:graphicFrameMk id="9" creationId="{6F4CE95D-23C3-EA71-F1C5-4A9EE6A2BB0A}"/>
          </ac:graphicFrameMkLst>
        </pc:graphicFrameChg>
      </pc:sldChg>
      <pc:sldChg chg="addSp modSp add mod">
        <pc:chgData name="Fufa, Nahom Tamru" userId="7d01b2f0-beae-434c-b709-7f54673cc059" providerId="ADAL" clId="{4B77DCEE-3336-458D-9561-95B77765DCCE}" dt="2026-10-05T00:17:41.179" v="208"/>
        <pc:sldMkLst>
          <pc:docMk/>
          <pc:sldMk cId="4176751433" sldId="283"/>
        </pc:sldMkLst>
        <pc:spChg chg="mod">
          <ac:chgData name="Fufa, Nahom Tamru" userId="7d01b2f0-beae-434c-b709-7f54673cc059" providerId="ADAL" clId="{4B77DCEE-3336-458D-9561-95B77765DCCE}" dt="2026-09-29T16:34:03.173" v="126" actId="20577"/>
          <ac:spMkLst>
            <pc:docMk/>
            <pc:sldMk cId="4176751433" sldId="283"/>
            <ac:spMk id="2" creationId="{70289AF6-A800-2F17-EC78-6F87C88F1B19}"/>
          </ac:spMkLst>
        </pc:spChg>
        <pc:spChg chg="mod">
          <ac:chgData name="Fufa, Nahom Tamru" userId="7d01b2f0-beae-434c-b709-7f54673cc059" providerId="ADAL" clId="{4B77DCEE-3336-458D-9561-95B77765DCCE}" dt="2026-10-02T16:10:36.949" v="186" actId="1076"/>
          <ac:spMkLst>
            <pc:docMk/>
            <pc:sldMk cId="4176751433" sldId="283"/>
            <ac:spMk id="3" creationId="{5E579967-F534-2977-5471-B3BB18463EDE}"/>
          </ac:spMkLst>
        </pc:spChg>
        <pc:graphicFrameChg chg="mod modGraphic">
          <ac:chgData name="Fufa, Nahom Tamru" userId="7d01b2f0-beae-434c-b709-7f54673cc059" providerId="ADAL" clId="{4B77DCEE-3336-458D-9561-95B77765DCCE}" dt="2026-10-05T00:16:13.471" v="192" actId="2166"/>
          <ac:graphicFrameMkLst>
            <pc:docMk/>
            <pc:sldMk cId="4176751433" sldId="283"/>
            <ac:graphicFrameMk id="4" creationId="{097A24E6-27A0-1A3F-7D66-D40D46E2EC56}"/>
          </ac:graphicFrameMkLst>
        </pc:graphicFrameChg>
        <pc:graphicFrameChg chg="add mod modGraphic">
          <ac:chgData name="Fufa, Nahom Tamru" userId="7d01b2f0-beae-434c-b709-7f54673cc059" providerId="ADAL" clId="{4B77DCEE-3336-458D-9561-95B77765DCCE}" dt="2026-10-05T00:17:41.179" v="208"/>
          <ac:graphicFrameMkLst>
            <pc:docMk/>
            <pc:sldMk cId="4176751433" sldId="283"/>
            <ac:graphicFrameMk id="6" creationId="{AC3FAB1A-A9C5-A0B0-33A8-ED049857056B}"/>
          </ac:graphicFrameMkLst>
        </pc:graphicFrameChg>
        <pc:graphicFrameChg chg="mod modGraphic">
          <ac:chgData name="Fufa, Nahom Tamru" userId="7d01b2f0-beae-434c-b709-7f54673cc059" providerId="ADAL" clId="{4B77DCEE-3336-458D-9561-95B77765DCCE}" dt="2026-10-02T16:10:33.967" v="185" actId="14100"/>
          <ac:graphicFrameMkLst>
            <pc:docMk/>
            <pc:sldMk cId="4176751433" sldId="283"/>
            <ac:graphicFrameMk id="8" creationId="{05E2EB51-D661-5B74-AF68-470EE9B08CB6}"/>
          </ac:graphicFrameMkLst>
        </pc:graphicFrameChg>
      </pc:sldChg>
      <pc:sldChg chg="addSp delSp modSp new mod ord">
        <pc:chgData name="Fufa, Nahom Tamru" userId="7d01b2f0-beae-434c-b709-7f54673cc059" providerId="ADAL" clId="{4B77DCEE-3336-458D-9561-95B77765DCCE}" dt="2026-10-06T14:43:03.682" v="429"/>
        <pc:sldMkLst>
          <pc:docMk/>
          <pc:sldMk cId="826776642" sldId="289"/>
        </pc:sldMkLst>
        <pc:picChg chg="add mod">
          <ac:chgData name="Fufa, Nahom Tamru" userId="7d01b2f0-beae-434c-b709-7f54673cc059" providerId="ADAL" clId="{4B77DCEE-3336-458D-9561-95B77765DCCE}" dt="2026-10-06T14:32:15.153" v="394" actId="1076"/>
          <ac:picMkLst>
            <pc:docMk/>
            <pc:sldMk cId="826776642" sldId="289"/>
            <ac:picMk id="6" creationId="{09ED33BA-7CDC-0644-B303-14633933544A}"/>
          </ac:picMkLst>
        </pc:picChg>
      </pc:sldChg>
      <pc:sldChg chg="addSp delSp modSp add mod">
        <pc:chgData name="Fufa, Nahom Tamru" userId="7d01b2f0-beae-434c-b709-7f54673cc059" providerId="ADAL" clId="{4B77DCEE-3336-458D-9561-95B77765DCCE}" dt="2026-10-06T14:32:05.651" v="390" actId="1076"/>
        <pc:sldMkLst>
          <pc:docMk/>
          <pc:sldMk cId="1443528481" sldId="290"/>
        </pc:sldMkLst>
        <pc:picChg chg="add mod">
          <ac:chgData name="Fufa, Nahom Tamru" userId="7d01b2f0-beae-434c-b709-7f54673cc059" providerId="ADAL" clId="{4B77DCEE-3336-458D-9561-95B77765DCCE}" dt="2026-10-06T14:32:05.651" v="390" actId="1076"/>
          <ac:picMkLst>
            <pc:docMk/>
            <pc:sldMk cId="1443528481" sldId="290"/>
            <ac:picMk id="5" creationId="{9D47EA3C-C0EC-60E4-4A5F-1417E81D4942}"/>
          </ac:picMkLst>
        </pc:picChg>
      </pc:sldChg>
      <pc:sldChg chg="addSp delSp modSp add mod">
        <pc:chgData name="Fufa, Nahom Tamru" userId="7d01b2f0-beae-434c-b709-7f54673cc059" providerId="ADAL" clId="{4B77DCEE-3336-458D-9561-95B77765DCCE}" dt="2026-10-06T22:55:51.020" v="740" actId="1076"/>
        <pc:sldMkLst>
          <pc:docMk/>
          <pc:sldMk cId="4172148367" sldId="291"/>
        </pc:sldMkLst>
        <pc:spChg chg="add mod">
          <ac:chgData name="Fufa, Nahom Tamru" userId="7d01b2f0-beae-434c-b709-7f54673cc059" providerId="ADAL" clId="{4B77DCEE-3336-458D-9561-95B77765DCCE}" dt="2026-10-06T14:33:27.331" v="425" actId="20577"/>
          <ac:spMkLst>
            <pc:docMk/>
            <pc:sldMk cId="4172148367" sldId="291"/>
            <ac:spMk id="7" creationId="{754C4588-46F7-0989-9EAB-D89C4C6D8524}"/>
          </ac:spMkLst>
        </pc:spChg>
        <pc:picChg chg="add mod">
          <ac:chgData name="Fufa, Nahom Tamru" userId="7d01b2f0-beae-434c-b709-7f54673cc059" providerId="ADAL" clId="{4B77DCEE-3336-458D-9561-95B77765DCCE}" dt="2026-10-06T22:55:42.476" v="736" actId="1076"/>
          <ac:picMkLst>
            <pc:docMk/>
            <pc:sldMk cId="4172148367" sldId="291"/>
            <ac:picMk id="4" creationId="{A9DA90BC-02C3-E9C3-2F50-227C385A9322}"/>
          </ac:picMkLst>
        </pc:picChg>
      </pc:sldChg>
      <pc:sldChg chg="addSp modSp new mod">
        <pc:chgData name="Fufa, Nahom Tamru" userId="7d01b2f0-beae-434c-b709-7f54673cc059" providerId="ADAL" clId="{4B77DCEE-3336-458D-9561-95B77765DCCE}" dt="2026-10-06T14:43:50.105" v="443" actId="1076"/>
        <pc:sldMkLst>
          <pc:docMk/>
          <pc:sldMk cId="1121880248" sldId="292"/>
        </pc:sldMkLst>
        <pc:picChg chg="add mod">
          <ac:chgData name="Fufa, Nahom Tamru" userId="7d01b2f0-beae-434c-b709-7f54673cc059" providerId="ADAL" clId="{4B77DCEE-3336-458D-9561-95B77765DCCE}" dt="2026-10-06T14:43:45.419" v="441" actId="1076"/>
          <ac:picMkLst>
            <pc:docMk/>
            <pc:sldMk cId="1121880248" sldId="292"/>
            <ac:picMk id="3" creationId="{A5A7B52D-ADA6-71FB-24ED-7469D86FC192}"/>
          </ac:picMkLst>
        </pc:picChg>
        <pc:picChg chg="add mod">
          <ac:chgData name="Fufa, Nahom Tamru" userId="7d01b2f0-beae-434c-b709-7f54673cc059" providerId="ADAL" clId="{4B77DCEE-3336-458D-9561-95B77765DCCE}" dt="2026-10-06T14:43:50.105" v="443" actId="1076"/>
          <ac:picMkLst>
            <pc:docMk/>
            <pc:sldMk cId="1121880248" sldId="292"/>
            <ac:picMk id="5" creationId="{8671DB2A-C7C5-B74F-5C89-43F0743B5936}"/>
          </ac:picMkLst>
        </pc:picChg>
      </pc:sldChg>
    </pc:docChg>
  </pc:docChgLst>
  <pc:docChgLst>
    <pc:chgData name="Obafemi-Ajayi, Tayo" userId="09f26e5a-37ee-473d-aeb8-6b63508c7a88" providerId="ADAL" clId="{0A84297D-B1DB-4945-B5D1-B00E6C34D3DF}"/>
    <pc:docChg chg="undo custSel addSld modSld sldOrd">
      <pc:chgData name="Obafemi-Ajayi, Tayo" userId="09f26e5a-37ee-473d-aeb8-6b63508c7a88" providerId="ADAL" clId="{0A84297D-B1DB-4945-B5D1-B00E6C34D3DF}" dt="2026-10-06T21:11:35.203" v="2907" actId="20577"/>
      <pc:docMkLst>
        <pc:docMk/>
      </pc:docMkLst>
      <pc:sldChg chg="modSp mod">
        <pc:chgData name="Obafemi-Ajayi, Tayo" userId="09f26e5a-37ee-473d-aeb8-6b63508c7a88" providerId="ADAL" clId="{0A84297D-B1DB-4945-B5D1-B00E6C34D3DF}" dt="2026-09-23T20:40:58.682" v="23" actId="113"/>
        <pc:sldMkLst>
          <pc:docMk/>
          <pc:sldMk cId="4153683910" sldId="257"/>
        </pc:sldMkLst>
        <pc:spChg chg="mod">
          <ac:chgData name="Obafemi-Ajayi, Tayo" userId="09f26e5a-37ee-473d-aeb8-6b63508c7a88" providerId="ADAL" clId="{0A84297D-B1DB-4945-B5D1-B00E6C34D3DF}" dt="2026-09-23T20:39:00.286" v="0" actId="1076"/>
          <ac:spMkLst>
            <pc:docMk/>
            <pc:sldMk cId="4153683910" sldId="257"/>
            <ac:spMk id="2" creationId="{D72F0210-DAA4-2907-84C2-E91F74715365}"/>
          </ac:spMkLst>
        </pc:spChg>
        <pc:graphicFrameChg chg="mod modGraphic">
          <ac:chgData name="Obafemi-Ajayi, Tayo" userId="09f26e5a-37ee-473d-aeb8-6b63508c7a88" providerId="ADAL" clId="{0A84297D-B1DB-4945-B5D1-B00E6C34D3DF}" dt="2026-09-23T20:39:04.878" v="2" actId="14100"/>
          <ac:graphicFrameMkLst>
            <pc:docMk/>
            <pc:sldMk cId="4153683910" sldId="257"/>
            <ac:graphicFrameMk id="4" creationId="{78D68617-4941-FFC1-CDB4-1C3FCE0B5DFF}"/>
          </ac:graphicFrameMkLst>
        </pc:graphicFrameChg>
        <pc:graphicFrameChg chg="modGraphic">
          <ac:chgData name="Obafemi-Ajayi, Tayo" userId="09f26e5a-37ee-473d-aeb8-6b63508c7a88" providerId="ADAL" clId="{0A84297D-B1DB-4945-B5D1-B00E6C34D3DF}" dt="2026-09-23T20:40:53.240" v="22" actId="113"/>
          <ac:graphicFrameMkLst>
            <pc:docMk/>
            <pc:sldMk cId="4153683910" sldId="257"/>
            <ac:graphicFrameMk id="5" creationId="{57485262-4D08-21A6-20BD-FCB4A7E1E9D0}"/>
          </ac:graphicFrameMkLst>
        </pc:graphicFrameChg>
        <pc:graphicFrameChg chg="modGraphic">
          <ac:chgData name="Obafemi-Ajayi, Tayo" userId="09f26e5a-37ee-473d-aeb8-6b63508c7a88" providerId="ADAL" clId="{0A84297D-B1DB-4945-B5D1-B00E6C34D3DF}" dt="2026-09-23T20:40:58.682" v="23" actId="113"/>
          <ac:graphicFrameMkLst>
            <pc:docMk/>
            <pc:sldMk cId="4153683910" sldId="257"/>
            <ac:graphicFrameMk id="8" creationId="{1208077A-4A2A-3B8C-50EC-1DF19D373C3F}"/>
          </ac:graphicFrameMkLst>
        </pc:graphicFrameChg>
      </pc:sldChg>
      <pc:sldChg chg="addSp delSp modSp new mod modClrScheme chgLayout">
        <pc:chgData name="Obafemi-Ajayi, Tayo" userId="09f26e5a-37ee-473d-aeb8-6b63508c7a88" providerId="ADAL" clId="{0A84297D-B1DB-4945-B5D1-B00E6C34D3DF}" dt="2026-09-23T20:44:22.248" v="24" actId="22"/>
        <pc:sldMkLst>
          <pc:docMk/>
          <pc:sldMk cId="1562873970" sldId="271"/>
        </pc:sldMkLst>
        <pc:spChg chg="add mod">
          <ac:chgData name="Obafemi-Ajayi, Tayo" userId="09f26e5a-37ee-473d-aeb8-6b63508c7a88" providerId="ADAL" clId="{0A84297D-B1DB-4945-B5D1-B00E6C34D3DF}" dt="2026-09-23T20:39:35.575" v="19" actId="20577"/>
          <ac:spMkLst>
            <pc:docMk/>
            <pc:sldMk cId="1562873970" sldId="271"/>
            <ac:spMk id="6" creationId="{2C7494D3-CC12-77F0-E5DD-9A496753BC37}"/>
          </ac:spMkLst>
        </pc:spChg>
        <pc:spChg chg="add">
          <ac:chgData name="Obafemi-Ajayi, Tayo" userId="09f26e5a-37ee-473d-aeb8-6b63508c7a88" providerId="ADAL" clId="{0A84297D-B1DB-4945-B5D1-B00E6C34D3DF}" dt="2026-09-23T20:40:35.235" v="21" actId="22"/>
          <ac:spMkLst>
            <pc:docMk/>
            <pc:sldMk cId="1562873970" sldId="271"/>
            <ac:spMk id="12" creationId="{2701F731-DD65-02CA-9337-6604937521E0}"/>
          </ac:spMkLst>
        </pc:spChg>
        <pc:spChg chg="add">
          <ac:chgData name="Obafemi-Ajayi, Tayo" userId="09f26e5a-37ee-473d-aeb8-6b63508c7a88" providerId="ADAL" clId="{0A84297D-B1DB-4945-B5D1-B00E6C34D3DF}" dt="2026-09-23T20:44:22.248" v="24" actId="22"/>
          <ac:spMkLst>
            <pc:docMk/>
            <pc:sldMk cId="1562873970" sldId="271"/>
            <ac:spMk id="14" creationId="{8D8B545C-89AA-9460-CFD7-B290296FF324}"/>
          </ac:spMkLst>
        </pc:spChg>
        <pc:graphicFrameChg chg="add">
          <ac:chgData name="Obafemi-Ajayi, Tayo" userId="09f26e5a-37ee-473d-aeb8-6b63508c7a88" providerId="ADAL" clId="{0A84297D-B1DB-4945-B5D1-B00E6C34D3DF}" dt="2026-09-23T20:39:48.106" v="20" actId="22"/>
          <ac:graphicFrameMkLst>
            <pc:docMk/>
            <pc:sldMk cId="1562873970" sldId="271"/>
            <ac:graphicFrameMk id="8" creationId="{D6E1A1AF-18EF-23DC-4A27-827373820B68}"/>
          </ac:graphicFrameMkLst>
        </pc:graphicFrameChg>
        <pc:graphicFrameChg chg="add">
          <ac:chgData name="Obafemi-Ajayi, Tayo" userId="09f26e5a-37ee-473d-aeb8-6b63508c7a88" providerId="ADAL" clId="{0A84297D-B1DB-4945-B5D1-B00E6C34D3DF}" dt="2026-09-23T20:39:48.106" v="20" actId="22"/>
          <ac:graphicFrameMkLst>
            <pc:docMk/>
            <pc:sldMk cId="1562873970" sldId="271"/>
            <ac:graphicFrameMk id="10" creationId="{9CD49E78-FD18-5907-3A8B-0C20AB4DBA7F}"/>
          </ac:graphicFrameMkLst>
        </pc:graphicFrameChg>
        <pc:picChg chg="add mod">
          <ac:chgData name="Obafemi-Ajayi, Tayo" userId="09f26e5a-37ee-473d-aeb8-6b63508c7a88" providerId="ADAL" clId="{0A84297D-B1DB-4945-B5D1-B00E6C34D3DF}" dt="2026-09-23T20:39:30.086" v="8" actId="1076"/>
          <ac:picMkLst>
            <pc:docMk/>
            <pc:sldMk cId="1562873970" sldId="271"/>
            <ac:picMk id="5" creationId="{B737A6C7-507C-F3D9-A216-A44D5C4B9588}"/>
          </ac:picMkLst>
        </pc:picChg>
      </pc:sldChg>
      <pc:sldChg chg="add">
        <pc:chgData name="Obafemi-Ajayi, Tayo" userId="09f26e5a-37ee-473d-aeb8-6b63508c7a88" providerId="ADAL" clId="{0A84297D-B1DB-4945-B5D1-B00E6C34D3DF}" dt="2026-09-25T17:02:37.756" v="1746"/>
        <pc:sldMkLst>
          <pc:docMk/>
          <pc:sldMk cId="80062998" sldId="275"/>
        </pc:sldMkLst>
      </pc:sldChg>
      <pc:sldChg chg="add">
        <pc:chgData name="Obafemi-Ajayi, Tayo" userId="09f26e5a-37ee-473d-aeb8-6b63508c7a88" providerId="ADAL" clId="{0A84297D-B1DB-4945-B5D1-B00E6C34D3DF}" dt="2026-09-25T17:02:37.756" v="1746"/>
        <pc:sldMkLst>
          <pc:docMk/>
          <pc:sldMk cId="1339080914" sldId="276"/>
        </pc:sldMkLst>
      </pc:sldChg>
    </pc:docChg>
  </pc:docChgLst>
  <pc:docChgLst>
    <pc:chgData name="Fufa, Nahom" userId="S::nf38s@login.missouristate.edu::7d01b2f0-beae-434c-b709-7f54673cc059" providerId="AD" clId="Web-{62EBA4D4-A604-6338-A310-5B1A81379CA1}"/>
    <pc:docChg chg="addSld delSld modSld">
      <pc:chgData name="Fufa, Nahom" userId="S::nf38s@login.missouristate.edu::7d01b2f0-beae-434c-b709-7f54673cc059" providerId="AD" clId="Web-{62EBA4D4-A604-6338-A310-5B1A81379CA1}" dt="2026-10-07T03:51:22.746" v="59" actId="20577"/>
      <pc:docMkLst>
        <pc:docMk/>
      </pc:docMkLst>
    </pc:docChg>
  </pc:docChgLst>
  <pc:docChgLst>
    <pc:chgData name="Fufa, Nahom" userId="7d01b2f0-beae-434c-b709-7f54673cc059" providerId="ADAL" clId="{4B77DCEE-3336-458D-9561-95B77765DCCE}"/>
    <pc:docChg chg="addSld delSld modSld sldOrd">
      <pc:chgData name="Fufa, Nahom" userId="7d01b2f0-beae-434c-b709-7f54673cc059" providerId="ADAL" clId="{4B77DCEE-3336-458D-9561-95B77765DCCE}" dt="2026-10-06T23:29:16.964" v="12"/>
      <pc:docMkLst>
        <pc:docMk/>
      </pc:docMkLst>
      <pc:sldChg chg="ord">
        <pc:chgData name="Fufa, Nahom" userId="7d01b2f0-beae-434c-b709-7f54673cc059" providerId="ADAL" clId="{4B77DCEE-3336-458D-9561-95B77765DCCE}" dt="2026-10-06T23:28:21.038" v="6"/>
        <pc:sldMkLst>
          <pc:docMk/>
          <pc:sldMk cId="1121880248" sldId="292"/>
        </pc:sldMkLst>
      </pc:sldChg>
      <pc:sldChg chg="add setBg">
        <pc:chgData name="Fufa, Nahom" userId="7d01b2f0-beae-434c-b709-7f54673cc059" providerId="ADAL" clId="{4B77DCEE-3336-458D-9561-95B77765DCCE}" dt="2026-10-06T23:29:16.964" v="12"/>
        <pc:sldMkLst>
          <pc:docMk/>
          <pc:sldMk cId="2035391277" sldId="297"/>
        </pc:sldMkLst>
      </pc:sldChg>
      <pc:sldChg chg="add setBg">
        <pc:chgData name="Fufa, Nahom" userId="7d01b2f0-beae-434c-b709-7f54673cc059" providerId="ADAL" clId="{4B77DCEE-3336-458D-9561-95B77765DCCE}" dt="2026-10-06T23:28:26.994" v="7"/>
        <pc:sldMkLst>
          <pc:docMk/>
          <pc:sldMk cId="1444019706" sldId="298"/>
        </pc:sldMkLst>
      </pc:sldChg>
      <pc:sldChg chg="add setBg">
        <pc:chgData name="Fufa, Nahom" userId="7d01b2f0-beae-434c-b709-7f54673cc059" providerId="ADAL" clId="{4B77DCEE-3336-458D-9561-95B77765DCCE}" dt="2026-10-06T23:28:36.037" v="8"/>
        <pc:sldMkLst>
          <pc:docMk/>
          <pc:sldMk cId="939676822" sldId="299"/>
        </pc:sldMkLst>
      </pc:sldChg>
    </pc:docChg>
  </pc:docChgLst>
  <pc:docChgLst>
    <pc:chgData name="Fufa, Nahom" userId="S::nf38s@login.missouristate.edu::7d01b2f0-beae-434c-b709-7f54673cc059" providerId="AD" clId="Web-{C26E33C0-1023-4A59-BA50-5B61EF40A6E5}"/>
    <pc:docChg chg="modSld">
      <pc:chgData name="Fufa, Nahom" userId="S::nf38s@login.missouristate.edu::7d01b2f0-beae-434c-b709-7f54673cc059" providerId="AD" clId="Web-{C26E33C0-1023-4A59-BA50-5B61EF40A6E5}" dt="2026-10-07T04:52:41.784" v="15"/>
      <pc:docMkLst>
        <pc:docMk/>
      </pc:docMkLst>
    </pc:docChg>
  </pc:docChgLst>
  <pc:docChgLst>
    <pc:chgData name="Fufa, Nahom" userId="S::nf38s@login.missouristate.edu::7d01b2f0-beae-434c-b709-7f54673cc059" providerId="AD" clId="Web-{ADB91EEB-58D4-4B73-4418-9A4F0725EDB4}"/>
    <pc:docChg chg="modSld">
      <pc:chgData name="Fufa, Nahom" userId="S::nf38s@login.missouristate.edu::7d01b2f0-beae-434c-b709-7f54673cc059" providerId="AD" clId="Web-{ADB91EEB-58D4-4B73-4418-9A4F0725EDB4}" dt="2026-10-06T18:27:53.252" v="3"/>
      <pc:docMkLst>
        <pc:docMk/>
      </pc:docMkLst>
    </pc:docChg>
  </pc:docChgLst>
  <pc:docChgLst>
    <pc:chgData name="Obafemi-Ajayi, Tayo" userId="09f26e5a-37ee-473d-aeb8-6b63508c7a88" providerId="ADAL" clId="{F66FC7FA-1D93-463E-A5C3-5AD585657699}"/>
    <pc:docChg chg="delSld">
      <pc:chgData name="Obafemi-Ajayi, Tayo" userId="09f26e5a-37ee-473d-aeb8-6b63508c7a88" providerId="ADAL" clId="{F66FC7FA-1D93-463E-A5C3-5AD585657699}" dt="2026-10-07T05:39:30.533" v="0" actId="47"/>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903E07-8BCA-4AA9-86BB-7B55BF05DAF3}" type="datetimeFigureOut">
              <a:rPr lang="en-US" smtClean="0"/>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97A03A-CD38-434A-AC66-9BF22CACD7F7}" type="slidenum">
              <a:rPr lang="en-US" smtClean="0"/>
              <a:t>‹#›</a:t>
            </a:fld>
            <a:endParaRPr lang="en-US"/>
          </a:p>
        </p:txBody>
      </p:sp>
    </p:spTree>
    <p:extLst>
      <p:ext uri="{BB962C8B-B14F-4D97-AF65-F5344CB8AC3E}">
        <p14:creationId xmlns:p14="http://schemas.microsoft.com/office/powerpoint/2010/main" val="2308051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97A03A-CD38-434A-AC66-9BF22CACD7F7}" type="slidenum">
              <a:rPr lang="en-US" smtClean="0"/>
              <a:t>13</a:t>
            </a:fld>
            <a:endParaRPr lang="en-US"/>
          </a:p>
        </p:txBody>
      </p:sp>
    </p:spTree>
    <p:extLst>
      <p:ext uri="{BB962C8B-B14F-4D97-AF65-F5344CB8AC3E}">
        <p14:creationId xmlns:p14="http://schemas.microsoft.com/office/powerpoint/2010/main" val="33411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C8D0C-8825-A1DC-B815-364D51B5B2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E3A97D-49DF-F5B0-76FF-98F00F9B9B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DF32BA-778D-1735-6A55-633E0621831E}"/>
              </a:ext>
            </a:extLst>
          </p:cNvPr>
          <p:cNvSpPr>
            <a:spLocks noGrp="1"/>
          </p:cNvSpPr>
          <p:nvPr>
            <p:ph type="dt" sz="half" idx="10"/>
          </p:nvPr>
        </p:nvSpPr>
        <p:spPr/>
        <p:txBody>
          <a:bodyPr/>
          <a:lstStyle/>
          <a:p>
            <a:fld id="{3A596EE4-3A63-40D0-85DF-916C4DF9FA95}" type="datetimeFigureOut">
              <a:rPr lang="en-US" smtClean="0"/>
              <a:t>10/12/2026</a:t>
            </a:fld>
            <a:endParaRPr lang="en-US"/>
          </a:p>
        </p:txBody>
      </p:sp>
      <p:sp>
        <p:nvSpPr>
          <p:cNvPr id="5" name="Footer Placeholder 4">
            <a:extLst>
              <a:ext uri="{FF2B5EF4-FFF2-40B4-BE49-F238E27FC236}">
                <a16:creationId xmlns:a16="http://schemas.microsoft.com/office/drawing/2014/main" id="{7D249892-AD4E-7054-4293-1D3FB7E848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B7A2FC-56FF-F6A8-527D-4C42B89932E1}"/>
              </a:ext>
            </a:extLst>
          </p:cNvPr>
          <p:cNvSpPr>
            <a:spLocks noGrp="1"/>
          </p:cNvSpPr>
          <p:nvPr>
            <p:ph type="sldNum" sz="quarter" idx="12"/>
          </p:nvPr>
        </p:nvSpPr>
        <p:spPr/>
        <p:txBody>
          <a:bodyPr/>
          <a:lstStyle/>
          <a:p>
            <a:fld id="{F822AA3A-F8E2-4CE8-84C1-541E51193D99}" type="slidenum">
              <a:rPr lang="en-US" smtClean="0"/>
              <a:t>‹#›</a:t>
            </a:fld>
            <a:endParaRPr lang="en-US"/>
          </a:p>
        </p:txBody>
      </p:sp>
    </p:spTree>
    <p:extLst>
      <p:ext uri="{BB962C8B-B14F-4D97-AF65-F5344CB8AC3E}">
        <p14:creationId xmlns:p14="http://schemas.microsoft.com/office/powerpoint/2010/main" val="1301839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2BAE1-97D1-7820-2A98-F0DA4FA6C4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48892B-100B-7FF5-84BC-C82470DD02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DC5A2B-EA4E-F0DC-9EA7-2748FC87E5D1}"/>
              </a:ext>
            </a:extLst>
          </p:cNvPr>
          <p:cNvSpPr>
            <a:spLocks noGrp="1"/>
          </p:cNvSpPr>
          <p:nvPr>
            <p:ph type="dt" sz="half" idx="10"/>
          </p:nvPr>
        </p:nvSpPr>
        <p:spPr/>
        <p:txBody>
          <a:bodyPr/>
          <a:lstStyle/>
          <a:p>
            <a:fld id="{3A596EE4-3A63-40D0-85DF-916C4DF9FA95}" type="datetimeFigureOut">
              <a:rPr lang="en-US" smtClean="0"/>
              <a:t>10/12/2026</a:t>
            </a:fld>
            <a:endParaRPr lang="en-US"/>
          </a:p>
        </p:txBody>
      </p:sp>
      <p:sp>
        <p:nvSpPr>
          <p:cNvPr id="5" name="Footer Placeholder 4">
            <a:extLst>
              <a:ext uri="{FF2B5EF4-FFF2-40B4-BE49-F238E27FC236}">
                <a16:creationId xmlns:a16="http://schemas.microsoft.com/office/drawing/2014/main" id="{406DE37B-C28C-BE30-4BC6-4B491777BD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50AF20-3640-E807-DFB7-BF5418D72CC0}"/>
              </a:ext>
            </a:extLst>
          </p:cNvPr>
          <p:cNvSpPr>
            <a:spLocks noGrp="1"/>
          </p:cNvSpPr>
          <p:nvPr>
            <p:ph type="sldNum" sz="quarter" idx="12"/>
          </p:nvPr>
        </p:nvSpPr>
        <p:spPr/>
        <p:txBody>
          <a:bodyPr/>
          <a:lstStyle/>
          <a:p>
            <a:fld id="{F822AA3A-F8E2-4CE8-84C1-541E51193D99}" type="slidenum">
              <a:rPr lang="en-US" smtClean="0"/>
              <a:t>‹#›</a:t>
            </a:fld>
            <a:endParaRPr lang="en-US"/>
          </a:p>
        </p:txBody>
      </p:sp>
    </p:spTree>
    <p:extLst>
      <p:ext uri="{BB962C8B-B14F-4D97-AF65-F5344CB8AC3E}">
        <p14:creationId xmlns:p14="http://schemas.microsoft.com/office/powerpoint/2010/main" val="2702521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5B38-B5CD-A0FE-778C-DD266C915C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C26F49-B830-7219-9CB4-2B760E2A4F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6EFBC5-424F-AE36-BB69-0D5D2B073C1D}"/>
              </a:ext>
            </a:extLst>
          </p:cNvPr>
          <p:cNvSpPr>
            <a:spLocks noGrp="1"/>
          </p:cNvSpPr>
          <p:nvPr>
            <p:ph type="dt" sz="half" idx="10"/>
          </p:nvPr>
        </p:nvSpPr>
        <p:spPr/>
        <p:txBody>
          <a:bodyPr/>
          <a:lstStyle/>
          <a:p>
            <a:fld id="{3A596EE4-3A63-40D0-85DF-916C4DF9FA95}" type="datetimeFigureOut">
              <a:rPr lang="en-US" smtClean="0"/>
              <a:t>10/12/2026</a:t>
            </a:fld>
            <a:endParaRPr lang="en-US"/>
          </a:p>
        </p:txBody>
      </p:sp>
      <p:sp>
        <p:nvSpPr>
          <p:cNvPr id="5" name="Footer Placeholder 4">
            <a:extLst>
              <a:ext uri="{FF2B5EF4-FFF2-40B4-BE49-F238E27FC236}">
                <a16:creationId xmlns:a16="http://schemas.microsoft.com/office/drawing/2014/main" id="{F03D6BDA-75CE-3857-8319-D4397B524D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717451-6C72-CE67-AFFD-956E1950E089}"/>
              </a:ext>
            </a:extLst>
          </p:cNvPr>
          <p:cNvSpPr>
            <a:spLocks noGrp="1"/>
          </p:cNvSpPr>
          <p:nvPr>
            <p:ph type="sldNum" sz="quarter" idx="12"/>
          </p:nvPr>
        </p:nvSpPr>
        <p:spPr/>
        <p:txBody>
          <a:bodyPr/>
          <a:lstStyle/>
          <a:p>
            <a:fld id="{F822AA3A-F8E2-4CE8-84C1-541E51193D99}" type="slidenum">
              <a:rPr lang="en-US" smtClean="0"/>
              <a:t>‹#›</a:t>
            </a:fld>
            <a:endParaRPr lang="en-US"/>
          </a:p>
        </p:txBody>
      </p:sp>
    </p:spTree>
    <p:extLst>
      <p:ext uri="{BB962C8B-B14F-4D97-AF65-F5344CB8AC3E}">
        <p14:creationId xmlns:p14="http://schemas.microsoft.com/office/powerpoint/2010/main" val="162398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D72B7-57C3-D0BB-9871-A3886EC28E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130167-9E08-E293-D8D1-D6365B539E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6047776-425A-7D7D-8C98-3A079ED7BF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7A3976-B314-1244-D221-BCA53A72F214}"/>
              </a:ext>
            </a:extLst>
          </p:cNvPr>
          <p:cNvSpPr>
            <a:spLocks noGrp="1"/>
          </p:cNvSpPr>
          <p:nvPr>
            <p:ph type="dt" sz="half" idx="10"/>
          </p:nvPr>
        </p:nvSpPr>
        <p:spPr/>
        <p:txBody>
          <a:bodyPr/>
          <a:lstStyle/>
          <a:p>
            <a:fld id="{3A596EE4-3A63-40D0-85DF-916C4DF9FA95}" type="datetimeFigureOut">
              <a:rPr lang="en-US" smtClean="0"/>
              <a:t>10/12/2026</a:t>
            </a:fld>
            <a:endParaRPr lang="en-US"/>
          </a:p>
        </p:txBody>
      </p:sp>
      <p:sp>
        <p:nvSpPr>
          <p:cNvPr id="6" name="Footer Placeholder 5">
            <a:extLst>
              <a:ext uri="{FF2B5EF4-FFF2-40B4-BE49-F238E27FC236}">
                <a16:creationId xmlns:a16="http://schemas.microsoft.com/office/drawing/2014/main" id="{717B8106-510D-7D13-F316-70DC733FCD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E7A227-43E8-5CBB-450A-37451661B0E8}"/>
              </a:ext>
            </a:extLst>
          </p:cNvPr>
          <p:cNvSpPr>
            <a:spLocks noGrp="1"/>
          </p:cNvSpPr>
          <p:nvPr>
            <p:ph type="sldNum" sz="quarter" idx="12"/>
          </p:nvPr>
        </p:nvSpPr>
        <p:spPr/>
        <p:txBody>
          <a:bodyPr/>
          <a:lstStyle/>
          <a:p>
            <a:fld id="{F822AA3A-F8E2-4CE8-84C1-541E51193D99}" type="slidenum">
              <a:rPr lang="en-US" smtClean="0"/>
              <a:t>‹#›</a:t>
            </a:fld>
            <a:endParaRPr lang="en-US"/>
          </a:p>
        </p:txBody>
      </p:sp>
    </p:spTree>
    <p:extLst>
      <p:ext uri="{BB962C8B-B14F-4D97-AF65-F5344CB8AC3E}">
        <p14:creationId xmlns:p14="http://schemas.microsoft.com/office/powerpoint/2010/main" val="3386290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FECEB-3326-1E80-6E64-0E110A27B2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B41ED8-DE2D-6CE8-1727-9B802DE6B2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F1123C-40D2-2473-DFBF-A6EE7C21AD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6CE855-D1AC-45B0-EDF3-2949A7CD38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633860-14C8-09FF-94D6-D4F33334A0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0CA3CA-4D8B-D441-128B-FE06ECC6A58B}"/>
              </a:ext>
            </a:extLst>
          </p:cNvPr>
          <p:cNvSpPr>
            <a:spLocks noGrp="1"/>
          </p:cNvSpPr>
          <p:nvPr>
            <p:ph type="dt" sz="half" idx="10"/>
          </p:nvPr>
        </p:nvSpPr>
        <p:spPr/>
        <p:txBody>
          <a:bodyPr/>
          <a:lstStyle/>
          <a:p>
            <a:fld id="{3A596EE4-3A63-40D0-85DF-916C4DF9FA95}" type="datetimeFigureOut">
              <a:rPr lang="en-US" smtClean="0"/>
              <a:t>10/12/2026</a:t>
            </a:fld>
            <a:endParaRPr lang="en-US"/>
          </a:p>
        </p:txBody>
      </p:sp>
      <p:sp>
        <p:nvSpPr>
          <p:cNvPr id="8" name="Footer Placeholder 7">
            <a:extLst>
              <a:ext uri="{FF2B5EF4-FFF2-40B4-BE49-F238E27FC236}">
                <a16:creationId xmlns:a16="http://schemas.microsoft.com/office/drawing/2014/main" id="{6A40BC93-6829-B6E8-72B5-89943A0CEF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2BFB00-EFF7-DD6E-F7C3-94E80A282D4A}"/>
              </a:ext>
            </a:extLst>
          </p:cNvPr>
          <p:cNvSpPr>
            <a:spLocks noGrp="1"/>
          </p:cNvSpPr>
          <p:nvPr>
            <p:ph type="sldNum" sz="quarter" idx="12"/>
          </p:nvPr>
        </p:nvSpPr>
        <p:spPr/>
        <p:txBody>
          <a:bodyPr/>
          <a:lstStyle/>
          <a:p>
            <a:fld id="{F822AA3A-F8E2-4CE8-84C1-541E51193D99}" type="slidenum">
              <a:rPr lang="en-US" smtClean="0"/>
              <a:t>‹#›</a:t>
            </a:fld>
            <a:endParaRPr lang="en-US"/>
          </a:p>
        </p:txBody>
      </p:sp>
    </p:spTree>
    <p:extLst>
      <p:ext uri="{BB962C8B-B14F-4D97-AF65-F5344CB8AC3E}">
        <p14:creationId xmlns:p14="http://schemas.microsoft.com/office/powerpoint/2010/main" val="2521569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E3AA0-686D-45F6-6281-0DB2CF634C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348233-F0DD-9ED2-6A72-943223C7C7AE}"/>
              </a:ext>
            </a:extLst>
          </p:cNvPr>
          <p:cNvSpPr>
            <a:spLocks noGrp="1"/>
          </p:cNvSpPr>
          <p:nvPr>
            <p:ph type="dt" sz="half" idx="10"/>
          </p:nvPr>
        </p:nvSpPr>
        <p:spPr/>
        <p:txBody>
          <a:bodyPr/>
          <a:lstStyle/>
          <a:p>
            <a:fld id="{3A596EE4-3A63-40D0-85DF-916C4DF9FA95}" type="datetimeFigureOut">
              <a:rPr lang="en-US" smtClean="0"/>
              <a:t>10/12/2026</a:t>
            </a:fld>
            <a:endParaRPr lang="en-US"/>
          </a:p>
        </p:txBody>
      </p:sp>
      <p:sp>
        <p:nvSpPr>
          <p:cNvPr id="4" name="Footer Placeholder 3">
            <a:extLst>
              <a:ext uri="{FF2B5EF4-FFF2-40B4-BE49-F238E27FC236}">
                <a16:creationId xmlns:a16="http://schemas.microsoft.com/office/drawing/2014/main" id="{038A2278-2467-2372-2E2F-1089448A94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9F4BF2-B8F0-A4B3-5A73-11096F8FFF6F}"/>
              </a:ext>
            </a:extLst>
          </p:cNvPr>
          <p:cNvSpPr>
            <a:spLocks noGrp="1"/>
          </p:cNvSpPr>
          <p:nvPr>
            <p:ph type="sldNum" sz="quarter" idx="12"/>
          </p:nvPr>
        </p:nvSpPr>
        <p:spPr/>
        <p:txBody>
          <a:bodyPr/>
          <a:lstStyle/>
          <a:p>
            <a:fld id="{F822AA3A-F8E2-4CE8-84C1-541E51193D99}" type="slidenum">
              <a:rPr lang="en-US" smtClean="0"/>
              <a:t>‹#›</a:t>
            </a:fld>
            <a:endParaRPr lang="en-US"/>
          </a:p>
        </p:txBody>
      </p:sp>
    </p:spTree>
    <p:extLst>
      <p:ext uri="{BB962C8B-B14F-4D97-AF65-F5344CB8AC3E}">
        <p14:creationId xmlns:p14="http://schemas.microsoft.com/office/powerpoint/2010/main" val="2009323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548841-E016-7631-E640-232A5F29332D}"/>
              </a:ext>
            </a:extLst>
          </p:cNvPr>
          <p:cNvSpPr>
            <a:spLocks noGrp="1"/>
          </p:cNvSpPr>
          <p:nvPr>
            <p:ph type="dt" sz="half" idx="10"/>
          </p:nvPr>
        </p:nvSpPr>
        <p:spPr/>
        <p:txBody>
          <a:bodyPr/>
          <a:lstStyle/>
          <a:p>
            <a:fld id="{3A596EE4-3A63-40D0-85DF-916C4DF9FA95}" type="datetimeFigureOut">
              <a:rPr lang="en-US" smtClean="0"/>
              <a:t>10/12/2026</a:t>
            </a:fld>
            <a:endParaRPr lang="en-US"/>
          </a:p>
        </p:txBody>
      </p:sp>
      <p:sp>
        <p:nvSpPr>
          <p:cNvPr id="3" name="Footer Placeholder 2">
            <a:extLst>
              <a:ext uri="{FF2B5EF4-FFF2-40B4-BE49-F238E27FC236}">
                <a16:creationId xmlns:a16="http://schemas.microsoft.com/office/drawing/2014/main" id="{B815208E-2420-F53A-C8D7-1E875C58BF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F63E34-1205-DC98-4FE4-BF216B641B4C}"/>
              </a:ext>
            </a:extLst>
          </p:cNvPr>
          <p:cNvSpPr>
            <a:spLocks noGrp="1"/>
          </p:cNvSpPr>
          <p:nvPr>
            <p:ph type="sldNum" sz="quarter" idx="12"/>
          </p:nvPr>
        </p:nvSpPr>
        <p:spPr/>
        <p:txBody>
          <a:bodyPr/>
          <a:lstStyle/>
          <a:p>
            <a:fld id="{F822AA3A-F8E2-4CE8-84C1-541E51193D99}" type="slidenum">
              <a:rPr lang="en-US" smtClean="0"/>
              <a:t>‹#›</a:t>
            </a:fld>
            <a:endParaRPr lang="en-US"/>
          </a:p>
        </p:txBody>
      </p:sp>
    </p:spTree>
    <p:extLst>
      <p:ext uri="{BB962C8B-B14F-4D97-AF65-F5344CB8AC3E}">
        <p14:creationId xmlns:p14="http://schemas.microsoft.com/office/powerpoint/2010/main" val="1944138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332EA-1B31-E904-CC2A-870B990966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9827B7-9238-D336-019B-5352740F60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3F6CD0-4DCE-16A8-9136-434A18221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1505A7-9F51-A500-BF43-9F95F71F39CB}"/>
              </a:ext>
            </a:extLst>
          </p:cNvPr>
          <p:cNvSpPr>
            <a:spLocks noGrp="1"/>
          </p:cNvSpPr>
          <p:nvPr>
            <p:ph type="dt" sz="half" idx="10"/>
          </p:nvPr>
        </p:nvSpPr>
        <p:spPr/>
        <p:txBody>
          <a:bodyPr/>
          <a:lstStyle/>
          <a:p>
            <a:fld id="{3A596EE4-3A63-40D0-85DF-916C4DF9FA95}" type="datetimeFigureOut">
              <a:rPr lang="en-US" smtClean="0"/>
              <a:t>10/12/2026</a:t>
            </a:fld>
            <a:endParaRPr lang="en-US"/>
          </a:p>
        </p:txBody>
      </p:sp>
      <p:sp>
        <p:nvSpPr>
          <p:cNvPr id="6" name="Footer Placeholder 5">
            <a:extLst>
              <a:ext uri="{FF2B5EF4-FFF2-40B4-BE49-F238E27FC236}">
                <a16:creationId xmlns:a16="http://schemas.microsoft.com/office/drawing/2014/main" id="{C90D37F2-63DC-4C95-669A-0A2AA566A0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C5D0F-70F8-91E1-4042-B5F0A78D0C50}"/>
              </a:ext>
            </a:extLst>
          </p:cNvPr>
          <p:cNvSpPr>
            <a:spLocks noGrp="1"/>
          </p:cNvSpPr>
          <p:nvPr>
            <p:ph type="sldNum" sz="quarter" idx="12"/>
          </p:nvPr>
        </p:nvSpPr>
        <p:spPr/>
        <p:txBody>
          <a:bodyPr/>
          <a:lstStyle/>
          <a:p>
            <a:fld id="{F822AA3A-F8E2-4CE8-84C1-541E51193D99}" type="slidenum">
              <a:rPr lang="en-US" smtClean="0"/>
              <a:t>‹#›</a:t>
            </a:fld>
            <a:endParaRPr lang="en-US"/>
          </a:p>
        </p:txBody>
      </p:sp>
    </p:spTree>
    <p:extLst>
      <p:ext uri="{BB962C8B-B14F-4D97-AF65-F5344CB8AC3E}">
        <p14:creationId xmlns:p14="http://schemas.microsoft.com/office/powerpoint/2010/main" val="1119317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10977-3E78-A857-A846-A39CF257A6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3FE810-0A1E-0BE4-55A0-021550DE24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958B1C-D191-3978-83B7-2E5EDE9EE5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AA5569-6F6A-859A-671F-57D3FA14B1DC}"/>
              </a:ext>
            </a:extLst>
          </p:cNvPr>
          <p:cNvSpPr>
            <a:spLocks noGrp="1"/>
          </p:cNvSpPr>
          <p:nvPr>
            <p:ph type="dt" sz="half" idx="10"/>
          </p:nvPr>
        </p:nvSpPr>
        <p:spPr/>
        <p:txBody>
          <a:bodyPr/>
          <a:lstStyle/>
          <a:p>
            <a:fld id="{3A596EE4-3A63-40D0-85DF-916C4DF9FA95}" type="datetimeFigureOut">
              <a:rPr lang="en-US" smtClean="0"/>
              <a:t>10/12/2026</a:t>
            </a:fld>
            <a:endParaRPr lang="en-US"/>
          </a:p>
        </p:txBody>
      </p:sp>
      <p:sp>
        <p:nvSpPr>
          <p:cNvPr id="6" name="Footer Placeholder 5">
            <a:extLst>
              <a:ext uri="{FF2B5EF4-FFF2-40B4-BE49-F238E27FC236}">
                <a16:creationId xmlns:a16="http://schemas.microsoft.com/office/drawing/2014/main" id="{E230F7D8-DF91-F4C7-5489-37FA5ACABF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896566-D245-264D-234D-234261E28A4D}"/>
              </a:ext>
            </a:extLst>
          </p:cNvPr>
          <p:cNvSpPr>
            <a:spLocks noGrp="1"/>
          </p:cNvSpPr>
          <p:nvPr>
            <p:ph type="sldNum" sz="quarter" idx="12"/>
          </p:nvPr>
        </p:nvSpPr>
        <p:spPr/>
        <p:txBody>
          <a:bodyPr/>
          <a:lstStyle/>
          <a:p>
            <a:fld id="{F822AA3A-F8E2-4CE8-84C1-541E51193D99}" type="slidenum">
              <a:rPr lang="en-US" smtClean="0"/>
              <a:t>‹#›</a:t>
            </a:fld>
            <a:endParaRPr lang="en-US"/>
          </a:p>
        </p:txBody>
      </p:sp>
    </p:spTree>
    <p:extLst>
      <p:ext uri="{BB962C8B-B14F-4D97-AF65-F5344CB8AC3E}">
        <p14:creationId xmlns:p14="http://schemas.microsoft.com/office/powerpoint/2010/main" val="715249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31086-23BB-3195-7D92-8876FFC7BCC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3B3CA3-BA78-F5EC-F6FC-4DAAC8FBB0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B21211-C093-8606-592E-01F42F507618}"/>
              </a:ext>
            </a:extLst>
          </p:cNvPr>
          <p:cNvSpPr>
            <a:spLocks noGrp="1"/>
          </p:cNvSpPr>
          <p:nvPr>
            <p:ph type="dt" sz="half" idx="10"/>
          </p:nvPr>
        </p:nvSpPr>
        <p:spPr/>
        <p:txBody>
          <a:bodyPr/>
          <a:lstStyle/>
          <a:p>
            <a:fld id="{3A596EE4-3A63-40D0-85DF-916C4DF9FA95}" type="datetimeFigureOut">
              <a:rPr lang="en-US" smtClean="0"/>
              <a:t>10/12/2026</a:t>
            </a:fld>
            <a:endParaRPr lang="en-US"/>
          </a:p>
        </p:txBody>
      </p:sp>
      <p:sp>
        <p:nvSpPr>
          <p:cNvPr id="5" name="Footer Placeholder 4">
            <a:extLst>
              <a:ext uri="{FF2B5EF4-FFF2-40B4-BE49-F238E27FC236}">
                <a16:creationId xmlns:a16="http://schemas.microsoft.com/office/drawing/2014/main" id="{4F460B33-7936-C519-134E-DEB8E170F1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D9765-9C3E-C5D4-B320-0169B9129ACD}"/>
              </a:ext>
            </a:extLst>
          </p:cNvPr>
          <p:cNvSpPr>
            <a:spLocks noGrp="1"/>
          </p:cNvSpPr>
          <p:nvPr>
            <p:ph type="sldNum" sz="quarter" idx="12"/>
          </p:nvPr>
        </p:nvSpPr>
        <p:spPr/>
        <p:txBody>
          <a:bodyPr/>
          <a:lstStyle/>
          <a:p>
            <a:fld id="{F822AA3A-F8E2-4CE8-84C1-541E51193D99}" type="slidenum">
              <a:rPr lang="en-US" smtClean="0"/>
              <a:t>‹#›</a:t>
            </a:fld>
            <a:endParaRPr lang="en-US"/>
          </a:p>
        </p:txBody>
      </p:sp>
    </p:spTree>
    <p:extLst>
      <p:ext uri="{BB962C8B-B14F-4D97-AF65-F5344CB8AC3E}">
        <p14:creationId xmlns:p14="http://schemas.microsoft.com/office/powerpoint/2010/main" val="3155499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F1E255-3148-39AD-E735-F697EF9035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246BCF-70D2-D86B-5A18-6E3D587E95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E1CF48-E003-6F2C-8299-A0A49A6343BC}"/>
              </a:ext>
            </a:extLst>
          </p:cNvPr>
          <p:cNvSpPr>
            <a:spLocks noGrp="1"/>
          </p:cNvSpPr>
          <p:nvPr>
            <p:ph type="dt" sz="half" idx="10"/>
          </p:nvPr>
        </p:nvSpPr>
        <p:spPr/>
        <p:txBody>
          <a:bodyPr/>
          <a:lstStyle/>
          <a:p>
            <a:fld id="{3A596EE4-3A63-40D0-85DF-916C4DF9FA95}" type="datetimeFigureOut">
              <a:rPr lang="en-US" smtClean="0"/>
              <a:t>10/12/2026</a:t>
            </a:fld>
            <a:endParaRPr lang="en-US"/>
          </a:p>
        </p:txBody>
      </p:sp>
      <p:sp>
        <p:nvSpPr>
          <p:cNvPr id="5" name="Footer Placeholder 4">
            <a:extLst>
              <a:ext uri="{FF2B5EF4-FFF2-40B4-BE49-F238E27FC236}">
                <a16:creationId xmlns:a16="http://schemas.microsoft.com/office/drawing/2014/main" id="{1C609AE9-1A49-1D95-6F3B-188E426A06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95CE4E-3D3D-F178-E096-DF8F19FD5C9D}"/>
              </a:ext>
            </a:extLst>
          </p:cNvPr>
          <p:cNvSpPr>
            <a:spLocks noGrp="1"/>
          </p:cNvSpPr>
          <p:nvPr>
            <p:ph type="sldNum" sz="quarter" idx="12"/>
          </p:nvPr>
        </p:nvSpPr>
        <p:spPr/>
        <p:txBody>
          <a:bodyPr/>
          <a:lstStyle/>
          <a:p>
            <a:fld id="{F822AA3A-F8E2-4CE8-84C1-541E51193D99}" type="slidenum">
              <a:rPr lang="en-US" smtClean="0"/>
              <a:t>‹#›</a:t>
            </a:fld>
            <a:endParaRPr lang="en-US"/>
          </a:p>
        </p:txBody>
      </p:sp>
    </p:spTree>
    <p:extLst>
      <p:ext uri="{BB962C8B-B14F-4D97-AF65-F5344CB8AC3E}">
        <p14:creationId xmlns:p14="http://schemas.microsoft.com/office/powerpoint/2010/main" val="4165955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3293A6-6208-F494-FEBD-18B034BE6F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68AD3A-26A0-E312-F7FE-6238A1C816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7A56E8-F63F-880C-EE1D-5F77345EF7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596EE4-3A63-40D0-85DF-916C4DF9FA95}" type="datetimeFigureOut">
              <a:rPr lang="en-US" smtClean="0"/>
              <a:t>10/12/2026</a:t>
            </a:fld>
            <a:endParaRPr lang="en-US"/>
          </a:p>
        </p:txBody>
      </p:sp>
      <p:sp>
        <p:nvSpPr>
          <p:cNvPr id="5" name="Footer Placeholder 4">
            <a:extLst>
              <a:ext uri="{FF2B5EF4-FFF2-40B4-BE49-F238E27FC236}">
                <a16:creationId xmlns:a16="http://schemas.microsoft.com/office/drawing/2014/main" id="{A7831F00-4ED9-CBA2-EBEE-E6AAC966E9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02F3A4A-6F9B-7CA4-844D-5F7D6CCC93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22AA3A-F8E2-4CE8-84C1-541E51193D99}" type="slidenum">
              <a:rPr lang="en-US" smtClean="0"/>
              <a:t>‹#›</a:t>
            </a:fld>
            <a:endParaRPr lang="en-US"/>
          </a:p>
        </p:txBody>
      </p:sp>
    </p:spTree>
    <p:extLst>
      <p:ext uri="{BB962C8B-B14F-4D97-AF65-F5344CB8AC3E}">
        <p14:creationId xmlns:p14="http://schemas.microsoft.com/office/powerpoint/2010/main" val="1611255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5.xml"/><Relationship Id="rId7" Type="http://schemas.openxmlformats.org/officeDocument/2006/relationships/slide" Target="slide9.xml"/><Relationship Id="rId2" Type="http://schemas.openxmlformats.org/officeDocument/2006/relationships/slide" Target="slide4.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7.xml"/><Relationship Id="rId4" Type="http://schemas.openxmlformats.org/officeDocument/2006/relationships/slide" Target="slide6.xml"/><Relationship Id="rId9" Type="http://schemas.openxmlformats.org/officeDocument/2006/relationships/slide" Target="slide11.xml"/></Relationships>
</file>

<file path=ppt/slides/_rels/slide2.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slide" Target="slide11.xml"/><Relationship Id="rId7" Type="http://schemas.openxmlformats.org/officeDocument/2006/relationships/slide" Target="slide15.xml"/><Relationship Id="rId12" Type="http://schemas.openxmlformats.org/officeDocument/2006/relationships/slide" Target="slide20.xml"/><Relationship Id="rId2" Type="http://schemas.openxmlformats.org/officeDocument/2006/relationships/slide" Target="slide10.xml"/><Relationship Id="rId1" Type="http://schemas.openxmlformats.org/officeDocument/2006/relationships/slideLayout" Target="../slideLayouts/slideLayout7.xml"/><Relationship Id="rId6" Type="http://schemas.openxmlformats.org/officeDocument/2006/relationships/slide" Target="slide14.xml"/><Relationship Id="rId11" Type="http://schemas.openxmlformats.org/officeDocument/2006/relationships/slide" Target="slide19.xml"/><Relationship Id="rId5" Type="http://schemas.openxmlformats.org/officeDocument/2006/relationships/slide" Target="slide13.xml"/><Relationship Id="rId10" Type="http://schemas.openxmlformats.org/officeDocument/2006/relationships/slide" Target="slide18.xml"/><Relationship Id="rId4" Type="http://schemas.openxmlformats.org/officeDocument/2006/relationships/slide" Target="slide12.xml"/><Relationship Id="rId9" Type="http://schemas.openxmlformats.org/officeDocument/2006/relationships/slide" Target="slide17.xml"/></Relationships>
</file>

<file path=ppt/slides/_rels/slide3.xml.rels><?xml version="1.0" encoding="UTF-8" standalone="yes"?>
<Relationships xmlns="http://schemas.openxmlformats.org/package/2006/relationships"><Relationship Id="rId8" Type="http://schemas.openxmlformats.org/officeDocument/2006/relationships/slide" Target="slide27.xml"/><Relationship Id="rId3" Type="http://schemas.openxmlformats.org/officeDocument/2006/relationships/slide" Target="slide22.xml"/><Relationship Id="rId7" Type="http://schemas.openxmlformats.org/officeDocument/2006/relationships/slide" Target="slide26.xml"/><Relationship Id="rId2" Type="http://schemas.openxmlformats.org/officeDocument/2006/relationships/slide" Target="slide21.xml"/><Relationship Id="rId1" Type="http://schemas.openxmlformats.org/officeDocument/2006/relationships/slideLayout" Target="../slideLayouts/slideLayout7.xml"/><Relationship Id="rId6" Type="http://schemas.openxmlformats.org/officeDocument/2006/relationships/slide" Target="slide25.xml"/><Relationship Id="rId5" Type="http://schemas.openxmlformats.org/officeDocument/2006/relationships/slide" Target="slide24.xml"/><Relationship Id="rId4" Type="http://schemas.openxmlformats.org/officeDocument/2006/relationships/slide" Target="slide23.xml"/><Relationship Id="rId9" Type="http://schemas.openxmlformats.org/officeDocument/2006/relationships/slide" Target="slide28.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8.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3.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0.png"/><Relationship Id="rId7" Type="http://schemas.openxmlformats.org/officeDocument/2006/relationships/image" Target="../media/image46.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1.png"/><Relationship Id="rId4" Type="http://schemas.openxmlformats.org/officeDocument/2006/relationships/image" Target="../media/image44.png"/><Relationship Id="rId9"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AD400A-F609-40EB-967D-252BF7FDBE8C}"/>
              </a:ext>
            </a:extLst>
          </p:cNvPr>
          <p:cNvSpPr>
            <a:spLocks noGrp="1"/>
          </p:cNvSpPr>
          <p:nvPr/>
        </p:nvSpPr>
        <p:spPr>
          <a:xfrm>
            <a:off x="609600" y="342900"/>
            <a:ext cx="10972800" cy="571500"/>
          </a:xfrm>
          <a:prstGeom prst="rect">
            <a:avLst/>
          </a:prstGeom>
          <a:noFill/>
          <a:ln w="0">
            <a:noFill/>
          </a:ln>
        </p:spPr>
        <p:txBody>
          <a:bodyPr>
            <a:noAutofit/>
          </a:bodyPr>
          <a:lstStyle/>
          <a:p>
            <a:pPr>
              <a:defRPr sz="2850" b="1">
                <a:solidFill>
                  <a:srgbClr val="111111"/>
                </a:solidFill>
                <a:latin typeface="Arial"/>
                <a:ea typeface="Arial"/>
                <a:cs typeface="Arial"/>
              </a:defRPr>
            </a:pPr>
            <a:r>
              <a:rPr sz="2850" b="1">
                <a:solidFill>
                  <a:srgbClr val="111111"/>
                </a:solidFill>
                <a:latin typeface="Arial"/>
                <a:ea typeface="Arial"/>
                <a:cs typeface="Arial"/>
              </a:rPr>
              <a:t>Table of contents</a:t>
            </a:r>
          </a:p>
        </p:txBody>
      </p:sp>
      <p:sp>
        <p:nvSpPr>
          <p:cNvPr id="2" name="Rectangle 1">
            <a:extLst>
              <a:ext uri="{FF2B5EF4-FFF2-40B4-BE49-F238E27FC236}">
                <a16:creationId xmlns:a16="http://schemas.microsoft.com/office/drawing/2014/main" id="{3FD87228-50AA-4269-A4DB-1FDA2B27EDE9}"/>
              </a:ext>
            </a:extLst>
          </p:cNvPr>
          <p:cNvSpPr>
            <a:spLocks noGrp="1"/>
          </p:cNvSpPr>
          <p:nvPr/>
        </p:nvSpPr>
        <p:spPr>
          <a:xfrm>
            <a:off x="609600" y="1028700"/>
            <a:ext cx="10972800" cy="381000"/>
          </a:xfrm>
          <a:prstGeom prst="rect">
            <a:avLst/>
          </a:prstGeom>
          <a:noFill/>
          <a:ln w="0">
            <a:noFill/>
          </a:ln>
        </p:spPr>
        <p:txBody>
          <a:bodyPr>
            <a:noAutofit/>
          </a:bodyPr>
          <a:lstStyle/>
          <a:p>
            <a:pPr>
              <a:defRPr sz="1875" b="0">
                <a:solidFill>
                  <a:srgbClr val="444444"/>
                </a:solidFill>
                <a:latin typeface="Arial"/>
                <a:ea typeface="Arial"/>
                <a:cs typeface="Arial"/>
              </a:defRPr>
            </a:pPr>
            <a:r>
              <a:rPr sz="1875" b="0">
                <a:solidFill>
                  <a:srgbClr val="444444"/>
                </a:solidFill>
                <a:latin typeface="Arial"/>
                <a:ea typeface="Arial"/>
                <a:cs typeface="Arial"/>
              </a:rPr>
              <a:t>Feature importance and explanation outcomes</a:t>
            </a:r>
          </a:p>
        </p:txBody>
      </p:sp>
      <p:graphicFrame>
        <p:nvGraphicFramePr>
          <p:cNvPr id="7" name="Table 6"/>
          <p:cNvGraphicFramePr/>
          <p:nvPr>
            <p:extLst>
              <p:ext uri="{D42A27DB-BD31-4B8C-83A1-F6EECF244321}">
                <p14:modId xmlns:p14="http://schemas.microsoft.com/office/powerpoint/2010/main" val="3017667796"/>
              </p:ext>
            </p:extLst>
          </p:nvPr>
        </p:nvGraphicFramePr>
        <p:xfrm>
          <a:off x="609600" y="1647825"/>
          <a:ext cx="10972800" cy="3720465"/>
        </p:xfrm>
        <a:graphic>
          <a:graphicData uri="http://schemas.openxmlformats.org/drawingml/2006/table">
            <a:tbl>
              <a:tblPr/>
              <a:tblGrid>
                <a:gridCol w="9829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428625">
                <a:tc>
                  <a:txBody>
                    <a:bodyPr/>
                    <a:lstStyle/>
                    <a:p>
                      <a:r>
                        <a:rPr sz="1650" b="1">
                          <a:solidFill>
                            <a:srgbClr val="111111"/>
                          </a:solidFill>
                          <a:latin typeface="Arial"/>
                          <a:ea typeface="Arial"/>
                          <a:cs typeface="Arial"/>
                        </a:rPr>
                        <a:t>Figure / table</a:t>
                      </a:r>
                    </a:p>
                  </a:txBody>
                  <a:tcPr>
                    <a:solidFill>
                      <a:srgbClr val="E7E6E6"/>
                    </a:solidFill>
                  </a:tcPr>
                </a:tc>
                <a:tc>
                  <a:txBody>
                    <a:bodyPr/>
                    <a:lstStyle/>
                    <a:p>
                      <a:r>
                        <a:rPr sz="1650" b="1">
                          <a:solidFill>
                            <a:srgbClr val="111111"/>
                          </a:solidFill>
                          <a:latin typeface="Arial"/>
                          <a:ea typeface="Arial"/>
                          <a:cs typeface="Arial"/>
                        </a:rPr>
                        <a:t>Slide</a:t>
                      </a:r>
                    </a:p>
                  </a:txBody>
                  <a:tcPr>
                    <a:solidFill>
                      <a:srgbClr val="E7E6E6"/>
                    </a:solidFill>
                  </a:tcPr>
                </a:tc>
                <a:extLst>
                  <a:ext uri="{0D108BD9-81ED-4DB2-BD59-A6C34878D82A}">
                    <a16:rowId xmlns:a16="http://schemas.microsoft.com/office/drawing/2014/main" val="10000"/>
                  </a:ext>
                </a:extLst>
              </a:tr>
              <a:tr h="411480">
                <a:tc>
                  <a:txBody>
                    <a:bodyPr/>
                    <a:lstStyle/>
                    <a:p>
                      <a:r>
                        <a:rPr lang="en-US" sz="1650" b="0" dirty="0">
                          <a:solidFill>
                            <a:srgbClr val="111111"/>
                          </a:solidFill>
                          <a:latin typeface="Arial"/>
                          <a:ea typeface="Arial"/>
                          <a:cs typeface="Arial"/>
                          <a:hlinkClick r:id="rId2" action="ppaction://hlinksldjump"/>
                        </a:rPr>
                        <a:t>Feature Importance: SHAP and Permutation Importance</a:t>
                      </a:r>
                      <a:endParaRPr sz="1650" b="0" dirty="0">
                        <a:solidFill>
                          <a:srgbClr val="111111"/>
                        </a:solidFill>
                        <a:latin typeface="Arial"/>
                        <a:ea typeface="Arial"/>
                        <a:cs typeface="Arial"/>
                        <a:hlinkClick r:id="rId2" action="ppaction://hlinksldjump"/>
                      </a:endParaRPr>
                    </a:p>
                  </a:txBody>
                  <a:tcPr>
                    <a:solidFill>
                      <a:srgbClr val="FFFFFF"/>
                    </a:solidFill>
                  </a:tcPr>
                </a:tc>
                <a:tc>
                  <a:txBody>
                    <a:bodyPr/>
                    <a:lstStyle/>
                    <a:p>
                      <a:r>
                        <a:rPr sz="1650" b="0">
                          <a:solidFill>
                            <a:srgbClr val="111111"/>
                          </a:solidFill>
                          <a:latin typeface="Arial"/>
                          <a:ea typeface="Arial"/>
                          <a:cs typeface="Arial"/>
                          <a:hlinkClick r:id="rId2" action="ppaction://hlinksldjump"/>
                        </a:rPr>
                        <a:t>4</a:t>
                      </a:r>
                    </a:p>
                  </a:txBody>
                  <a:tcPr>
                    <a:solidFill>
                      <a:srgbClr val="FFFFFF"/>
                    </a:solidFill>
                  </a:tcPr>
                </a:tc>
                <a:extLst>
                  <a:ext uri="{0D108BD9-81ED-4DB2-BD59-A6C34878D82A}">
                    <a16:rowId xmlns:a16="http://schemas.microsoft.com/office/drawing/2014/main" val="10001"/>
                  </a:ext>
                </a:extLst>
              </a:tr>
              <a:tr h="411480">
                <a:tc>
                  <a:txBody>
                    <a:bodyPr/>
                    <a:lstStyle/>
                    <a:p>
                      <a:r>
                        <a:rPr lang="en-US" sz="1650" b="0" dirty="0">
                          <a:solidFill>
                            <a:srgbClr val="111111"/>
                          </a:solidFill>
                          <a:latin typeface="Arial"/>
                          <a:ea typeface="Arial"/>
                          <a:cs typeface="Arial"/>
                          <a:hlinkClick r:id="rId3" action="ppaction://hlinksldjump"/>
                        </a:rPr>
                        <a:t>Explanation Evaluation: Grade Scale and Rubrics</a:t>
                      </a:r>
                      <a:endParaRPr sz="1650" b="0" dirty="0">
                        <a:solidFill>
                          <a:srgbClr val="111111"/>
                        </a:solidFill>
                        <a:latin typeface="Arial"/>
                        <a:ea typeface="Arial"/>
                        <a:cs typeface="Arial"/>
                        <a:hlinkClick r:id="rId3" action="ppaction://hlinksldjump"/>
                      </a:endParaRPr>
                    </a:p>
                  </a:txBody>
                  <a:tcPr>
                    <a:solidFill>
                      <a:srgbClr val="FFFFFF"/>
                    </a:solidFill>
                  </a:tcPr>
                </a:tc>
                <a:tc>
                  <a:txBody>
                    <a:bodyPr/>
                    <a:lstStyle/>
                    <a:p>
                      <a:r>
                        <a:rPr sz="1650" b="0">
                          <a:solidFill>
                            <a:srgbClr val="111111"/>
                          </a:solidFill>
                          <a:latin typeface="Arial"/>
                          <a:ea typeface="Arial"/>
                          <a:cs typeface="Arial"/>
                          <a:hlinkClick r:id="rId3" action="ppaction://hlinksldjump"/>
                        </a:rPr>
                        <a:t>5</a:t>
                      </a:r>
                    </a:p>
                  </a:txBody>
                  <a:tcPr>
                    <a:solidFill>
                      <a:srgbClr val="FFFFFF"/>
                    </a:solidFill>
                  </a:tcPr>
                </a:tc>
                <a:extLst>
                  <a:ext uri="{0D108BD9-81ED-4DB2-BD59-A6C34878D82A}">
                    <a16:rowId xmlns:a16="http://schemas.microsoft.com/office/drawing/2014/main" val="2607692041"/>
                  </a:ext>
                </a:extLst>
              </a:tr>
              <a:tr h="411480">
                <a:tc>
                  <a:txBody>
                    <a:bodyPr/>
                    <a:lstStyle/>
                    <a:p>
                      <a:r>
                        <a:rPr lang="en-US" sz="1650" b="0" dirty="0">
                          <a:solidFill>
                            <a:srgbClr val="111111"/>
                          </a:solidFill>
                          <a:latin typeface="Arial"/>
                          <a:ea typeface="Arial"/>
                          <a:cs typeface="Arial"/>
                          <a:hlinkClick r:id="rId4" action="ppaction://hlinksldjump"/>
                        </a:rPr>
                        <a:t>GPT Fully Guided: Explanation Outcome Summary</a:t>
                      </a:r>
                      <a:endParaRPr sz="1650" b="0" dirty="0">
                        <a:solidFill>
                          <a:srgbClr val="111111"/>
                        </a:solidFill>
                        <a:latin typeface="Arial"/>
                        <a:ea typeface="Arial"/>
                        <a:cs typeface="Arial"/>
                        <a:hlinkClick r:id="rId4" action="ppaction://hlinksldjump"/>
                      </a:endParaRPr>
                    </a:p>
                  </a:txBody>
                  <a:tcPr>
                    <a:solidFill>
                      <a:srgbClr val="FFFFFF"/>
                    </a:solidFill>
                  </a:tcPr>
                </a:tc>
                <a:tc>
                  <a:txBody>
                    <a:bodyPr/>
                    <a:lstStyle/>
                    <a:p>
                      <a:r>
                        <a:rPr sz="1650" b="0">
                          <a:solidFill>
                            <a:srgbClr val="111111"/>
                          </a:solidFill>
                          <a:latin typeface="Arial"/>
                          <a:ea typeface="Arial"/>
                          <a:cs typeface="Arial"/>
                          <a:hlinkClick r:id="rId4" action="ppaction://hlinksldjump"/>
                        </a:rPr>
                        <a:t>6</a:t>
                      </a:r>
                    </a:p>
                  </a:txBody>
                  <a:tcPr>
                    <a:solidFill>
                      <a:srgbClr val="FFFFFF"/>
                    </a:solidFill>
                  </a:tcPr>
                </a:tc>
                <a:extLst>
                  <a:ext uri="{0D108BD9-81ED-4DB2-BD59-A6C34878D82A}">
                    <a16:rowId xmlns:a16="http://schemas.microsoft.com/office/drawing/2014/main" val="369846406"/>
                  </a:ext>
                </a:extLst>
              </a:tr>
              <a:tr h="411480">
                <a:tc>
                  <a:txBody>
                    <a:bodyPr/>
                    <a:lstStyle/>
                    <a:p>
                      <a:r>
                        <a:rPr lang="en-US" sz="1650" b="0" dirty="0">
                          <a:solidFill>
                            <a:srgbClr val="111111"/>
                          </a:solidFill>
                          <a:latin typeface="Arial"/>
                          <a:ea typeface="Arial"/>
                          <a:cs typeface="Arial"/>
                          <a:hlinkClick r:id="rId5" action="ppaction://hlinksldjump"/>
                        </a:rPr>
                        <a:t>GPT with Some Context: Explanation Outcome Summary</a:t>
                      </a:r>
                      <a:endParaRPr sz="1650" b="0" dirty="0">
                        <a:solidFill>
                          <a:srgbClr val="111111"/>
                        </a:solidFill>
                        <a:latin typeface="Arial"/>
                        <a:ea typeface="Arial"/>
                        <a:cs typeface="Arial"/>
                        <a:hlinkClick r:id="rId5" action="ppaction://hlinksldjump"/>
                      </a:endParaRPr>
                    </a:p>
                  </a:txBody>
                  <a:tcPr>
                    <a:solidFill>
                      <a:srgbClr val="FFFFFF"/>
                    </a:solidFill>
                  </a:tcPr>
                </a:tc>
                <a:tc>
                  <a:txBody>
                    <a:bodyPr/>
                    <a:lstStyle/>
                    <a:p>
                      <a:r>
                        <a:rPr sz="1650" b="0">
                          <a:solidFill>
                            <a:srgbClr val="111111"/>
                          </a:solidFill>
                          <a:latin typeface="Arial"/>
                          <a:ea typeface="Arial"/>
                          <a:cs typeface="Arial"/>
                          <a:hlinkClick r:id="rId5" action="ppaction://hlinksldjump"/>
                        </a:rPr>
                        <a:t>7</a:t>
                      </a:r>
                    </a:p>
                  </a:txBody>
                  <a:tcPr>
                    <a:solidFill>
                      <a:srgbClr val="FFFFFF"/>
                    </a:solidFill>
                  </a:tcPr>
                </a:tc>
                <a:extLst>
                  <a:ext uri="{0D108BD9-81ED-4DB2-BD59-A6C34878D82A}">
                    <a16:rowId xmlns:a16="http://schemas.microsoft.com/office/drawing/2014/main" val="976478258"/>
                  </a:ext>
                </a:extLst>
              </a:tr>
              <a:tr h="411480">
                <a:tc>
                  <a:txBody>
                    <a:bodyPr/>
                    <a:lstStyle/>
                    <a:p>
                      <a:r>
                        <a:rPr lang="en-US" sz="1650" b="0" dirty="0">
                          <a:solidFill>
                            <a:srgbClr val="111111"/>
                          </a:solidFill>
                          <a:latin typeface="Arial"/>
                          <a:ea typeface="Arial"/>
                          <a:cs typeface="Arial"/>
                          <a:hlinkClick r:id="rId6" action="ppaction://hlinksldjump"/>
                        </a:rPr>
                        <a:t>Qwen with Minimal Context: Explanation Outcome Summary</a:t>
                      </a:r>
                      <a:endParaRPr sz="1650" b="0" dirty="0">
                        <a:solidFill>
                          <a:srgbClr val="111111"/>
                        </a:solidFill>
                        <a:latin typeface="Arial"/>
                        <a:ea typeface="Arial"/>
                        <a:cs typeface="Arial"/>
                        <a:hlinkClick r:id="rId6" action="ppaction://hlinksldjump"/>
                      </a:endParaRPr>
                    </a:p>
                  </a:txBody>
                  <a:tcPr>
                    <a:solidFill>
                      <a:srgbClr val="FFFFFF"/>
                    </a:solidFill>
                  </a:tcPr>
                </a:tc>
                <a:tc>
                  <a:txBody>
                    <a:bodyPr/>
                    <a:lstStyle/>
                    <a:p>
                      <a:r>
                        <a:rPr sz="1650" b="0">
                          <a:solidFill>
                            <a:srgbClr val="111111"/>
                          </a:solidFill>
                          <a:latin typeface="Arial"/>
                          <a:ea typeface="Arial"/>
                          <a:cs typeface="Arial"/>
                          <a:hlinkClick r:id="rId6" action="ppaction://hlinksldjump"/>
                        </a:rPr>
                        <a:t>8</a:t>
                      </a:r>
                    </a:p>
                  </a:txBody>
                  <a:tcPr>
                    <a:solidFill>
                      <a:srgbClr val="FFFFFF"/>
                    </a:solidFill>
                  </a:tcPr>
                </a:tc>
                <a:extLst>
                  <a:ext uri="{0D108BD9-81ED-4DB2-BD59-A6C34878D82A}">
                    <a16:rowId xmlns:a16="http://schemas.microsoft.com/office/drawing/2014/main" val="4010247352"/>
                  </a:ext>
                </a:extLst>
              </a:tr>
              <a:tr h="411480">
                <a:tc>
                  <a:txBody>
                    <a:bodyPr/>
                    <a:lstStyle/>
                    <a:p>
                      <a:r>
                        <a:rPr lang="en-US" sz="1650" b="0" dirty="0">
                          <a:solidFill>
                            <a:srgbClr val="111111"/>
                          </a:solidFill>
                          <a:latin typeface="Arial"/>
                          <a:ea typeface="Arial"/>
                          <a:cs typeface="Arial"/>
                          <a:hlinkClick r:id="rId7" action="ppaction://hlinksldjump"/>
                        </a:rPr>
                        <a:t>GPT with Minimal Context: Explanation Outcome Summary</a:t>
                      </a:r>
                      <a:endParaRPr sz="1650" b="0" dirty="0">
                        <a:solidFill>
                          <a:srgbClr val="111111"/>
                        </a:solidFill>
                        <a:latin typeface="Arial"/>
                        <a:ea typeface="Arial"/>
                        <a:cs typeface="Arial"/>
                        <a:hlinkClick r:id="rId7" action="ppaction://hlinksldjump"/>
                      </a:endParaRPr>
                    </a:p>
                  </a:txBody>
                  <a:tcPr>
                    <a:solidFill>
                      <a:srgbClr val="FFFFFF"/>
                    </a:solidFill>
                  </a:tcPr>
                </a:tc>
                <a:tc>
                  <a:txBody>
                    <a:bodyPr/>
                    <a:lstStyle/>
                    <a:p>
                      <a:r>
                        <a:rPr sz="1650" b="0">
                          <a:solidFill>
                            <a:srgbClr val="111111"/>
                          </a:solidFill>
                          <a:latin typeface="Arial"/>
                          <a:ea typeface="Arial"/>
                          <a:cs typeface="Arial"/>
                          <a:hlinkClick r:id="rId7" action="ppaction://hlinksldjump"/>
                        </a:rPr>
                        <a:t>9</a:t>
                      </a:r>
                    </a:p>
                  </a:txBody>
                  <a:tcPr>
                    <a:solidFill>
                      <a:srgbClr val="FFFFFF"/>
                    </a:solidFill>
                  </a:tcPr>
                </a:tc>
                <a:extLst>
                  <a:ext uri="{0D108BD9-81ED-4DB2-BD59-A6C34878D82A}">
                    <a16:rowId xmlns:a16="http://schemas.microsoft.com/office/drawing/2014/main" val="2108006492"/>
                  </a:ext>
                </a:extLst>
              </a:tr>
              <a:tr h="411480">
                <a:tc>
                  <a:txBody>
                    <a:bodyPr/>
                    <a:lstStyle/>
                    <a:p>
                      <a:r>
                        <a:rPr lang="en-US" sz="1650" b="0" dirty="0">
                          <a:solidFill>
                            <a:srgbClr val="111111"/>
                          </a:solidFill>
                          <a:latin typeface="Arial"/>
                          <a:ea typeface="Arial"/>
                          <a:cs typeface="Arial"/>
                          <a:hlinkClick r:id="rId8" action="ppaction://hlinksldjump"/>
                        </a:rPr>
                        <a:t>Feature Contributions by Diagnostic Transition (1)</a:t>
                      </a:r>
                      <a:endParaRPr sz="1650" b="0" dirty="0">
                        <a:solidFill>
                          <a:srgbClr val="111111"/>
                        </a:solidFill>
                        <a:latin typeface="Arial"/>
                        <a:ea typeface="Arial"/>
                        <a:cs typeface="Arial"/>
                        <a:hlinkClick r:id="rId8" action="ppaction://hlinksldjump"/>
                      </a:endParaRPr>
                    </a:p>
                  </a:txBody>
                  <a:tcPr>
                    <a:solidFill>
                      <a:srgbClr val="FFFFFF"/>
                    </a:solidFill>
                  </a:tcPr>
                </a:tc>
                <a:tc>
                  <a:txBody>
                    <a:bodyPr/>
                    <a:lstStyle/>
                    <a:p>
                      <a:r>
                        <a:rPr sz="1650" b="0">
                          <a:solidFill>
                            <a:srgbClr val="111111"/>
                          </a:solidFill>
                          <a:latin typeface="Arial"/>
                          <a:ea typeface="Arial"/>
                          <a:cs typeface="Arial"/>
                          <a:hlinkClick r:id="rId8" action="ppaction://hlinksldjump"/>
                        </a:rPr>
                        <a:t>10</a:t>
                      </a:r>
                    </a:p>
                  </a:txBody>
                  <a:tcPr>
                    <a:solidFill>
                      <a:srgbClr val="FFFFFF"/>
                    </a:solidFill>
                  </a:tcPr>
                </a:tc>
                <a:extLst>
                  <a:ext uri="{0D108BD9-81ED-4DB2-BD59-A6C34878D82A}">
                    <a16:rowId xmlns:a16="http://schemas.microsoft.com/office/drawing/2014/main" val="3417000412"/>
                  </a:ext>
                </a:extLst>
              </a:tr>
              <a:tr h="411480">
                <a:tc>
                  <a:txBody>
                    <a:bodyPr/>
                    <a:lstStyle/>
                    <a:p>
                      <a:r>
                        <a:rPr lang="en-US" sz="1650" b="0" dirty="0">
                          <a:solidFill>
                            <a:srgbClr val="111111"/>
                          </a:solidFill>
                          <a:latin typeface="Arial"/>
                          <a:ea typeface="Arial"/>
                          <a:cs typeface="Arial"/>
                          <a:hlinkClick r:id="rId9" action="ppaction://hlinksldjump"/>
                        </a:rPr>
                        <a:t>Feature Contributions by Diagnostic Transition (2)</a:t>
                      </a:r>
                      <a:endParaRPr sz="1650" b="0" dirty="0">
                        <a:solidFill>
                          <a:srgbClr val="111111"/>
                        </a:solidFill>
                        <a:latin typeface="Arial"/>
                        <a:ea typeface="Arial"/>
                        <a:cs typeface="Arial"/>
                        <a:hlinkClick r:id="rId9" action="ppaction://hlinksldjump"/>
                      </a:endParaRPr>
                    </a:p>
                  </a:txBody>
                  <a:tcPr>
                    <a:solidFill>
                      <a:srgbClr val="FFFFFF"/>
                    </a:solidFill>
                  </a:tcPr>
                </a:tc>
                <a:tc>
                  <a:txBody>
                    <a:bodyPr/>
                    <a:lstStyle/>
                    <a:p>
                      <a:r>
                        <a:rPr sz="1650" b="0" dirty="0">
                          <a:solidFill>
                            <a:srgbClr val="111111"/>
                          </a:solidFill>
                          <a:latin typeface="Arial"/>
                          <a:ea typeface="Arial"/>
                          <a:cs typeface="Arial"/>
                          <a:hlinkClick r:id="rId9" action="ppaction://hlinksldjump"/>
                        </a:rPr>
                        <a:t>11</a:t>
                      </a:r>
                    </a:p>
                  </a:txBody>
                  <a:tcPr>
                    <a:solidFill>
                      <a:srgbClr val="FFFFFF"/>
                    </a:solidFill>
                  </a:tcPr>
                </a:tc>
                <a:extLst>
                  <a:ext uri="{0D108BD9-81ED-4DB2-BD59-A6C34878D82A}">
                    <a16:rowId xmlns:a16="http://schemas.microsoft.com/office/drawing/2014/main" val="1295401077"/>
                  </a:ext>
                </a:extLst>
              </a:tr>
            </a:tbl>
          </a:graphicData>
        </a:graphic>
      </p:graphicFrame>
      <p:sp>
        <p:nvSpPr>
          <p:cNvPr id="4" name="Rectangle 3">
            <a:extLst>
              <a:ext uri="{FF2B5EF4-FFF2-40B4-BE49-F238E27FC236}">
                <a16:creationId xmlns:a16="http://schemas.microsoft.com/office/drawing/2014/main" id="{1C65E1BE-1B76-4874-A746-8E9C398686D3}"/>
              </a:ext>
            </a:extLst>
          </p:cNvPr>
          <p:cNvSpPr>
            <a:spLocks noGrp="1"/>
          </p:cNvSpPr>
          <p:nvPr/>
        </p:nvSpPr>
        <p:spPr>
          <a:xfrm>
            <a:off x="10572750" y="6353175"/>
            <a:ext cx="1047750" cy="285750"/>
          </a:xfrm>
          <a:prstGeom prst="rect">
            <a:avLst/>
          </a:prstGeom>
          <a:noFill/>
          <a:ln w="0">
            <a:noFill/>
          </a:ln>
        </p:spPr>
        <p:txBody>
          <a:bodyPr>
            <a:noAutofit/>
          </a:bodyPr>
          <a:lstStyle/>
          <a:p>
            <a:pPr>
              <a:defRPr sz="1350" b="0">
                <a:solidFill>
                  <a:srgbClr val="666666"/>
                </a:solidFill>
                <a:latin typeface="Arial"/>
                <a:ea typeface="Arial"/>
                <a:cs typeface="Arial"/>
              </a:defRPr>
            </a:pPr>
            <a:r>
              <a:rPr sz="1350" b="0">
                <a:solidFill>
                  <a:srgbClr val="666666"/>
                </a:solidFill>
                <a:latin typeface="Arial"/>
                <a:ea typeface="Arial"/>
                <a:cs typeface="Arial"/>
              </a:rPr>
              <a:t>1 of 3</a:t>
            </a:r>
          </a:p>
        </p:txBody>
      </p:sp>
    </p:spTree>
    <p:extLst>
      <p:ext uri="{BB962C8B-B14F-4D97-AF65-F5344CB8AC3E}">
        <p14:creationId xmlns:p14="http://schemas.microsoft.com/office/powerpoint/2010/main" val="1444019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43A7795-19C8-4D71-ABF3-1F91F6352AF4}"/>
              </a:ext>
            </a:extLst>
          </p:cNvPr>
          <p:cNvSpPr>
            <a:spLocks noGrp="1"/>
          </p:cNvSpPr>
          <p:nvPr/>
        </p:nvSpPr>
        <p:spPr>
          <a:xfrm>
            <a:off x="609600" y="342900"/>
            <a:ext cx="10972800" cy="571500"/>
          </a:xfrm>
          <a:prstGeom prst="rect">
            <a:avLst/>
          </a:prstGeom>
          <a:noFill/>
          <a:ln w="0">
            <a:noFill/>
          </a:ln>
        </p:spPr>
        <p:txBody>
          <a:bodyPr>
            <a:noAutofit/>
          </a:bodyPr>
          <a:lstStyle/>
          <a:p>
            <a:pPr>
              <a:defRPr sz="2850" b="1">
                <a:solidFill>
                  <a:srgbClr val="111111"/>
                </a:solidFill>
                <a:latin typeface="Arial"/>
                <a:ea typeface="Arial"/>
                <a:cs typeface="Arial"/>
              </a:defRPr>
            </a:pPr>
            <a:r>
              <a:rPr sz="2850" b="1">
                <a:solidFill>
                  <a:srgbClr val="111111"/>
                </a:solidFill>
                <a:latin typeface="Arial"/>
                <a:ea typeface="Arial"/>
                <a:cs typeface="Arial"/>
              </a:rPr>
              <a:t>Table of contents</a:t>
            </a:r>
          </a:p>
        </p:txBody>
      </p:sp>
      <p:sp>
        <p:nvSpPr>
          <p:cNvPr id="2" name="Rectangle 1">
            <a:extLst>
              <a:ext uri="{FF2B5EF4-FFF2-40B4-BE49-F238E27FC236}">
                <a16:creationId xmlns:a16="http://schemas.microsoft.com/office/drawing/2014/main" id="{930F38A6-07CC-4037-8786-8416EE6D315E}"/>
              </a:ext>
            </a:extLst>
          </p:cNvPr>
          <p:cNvSpPr>
            <a:spLocks noGrp="1"/>
          </p:cNvSpPr>
          <p:nvPr/>
        </p:nvSpPr>
        <p:spPr>
          <a:xfrm>
            <a:off x="609600" y="1028700"/>
            <a:ext cx="10972800" cy="381000"/>
          </a:xfrm>
          <a:prstGeom prst="rect">
            <a:avLst/>
          </a:prstGeom>
          <a:noFill/>
          <a:ln w="0">
            <a:noFill/>
          </a:ln>
        </p:spPr>
        <p:txBody>
          <a:bodyPr>
            <a:noAutofit/>
          </a:bodyPr>
          <a:lstStyle/>
          <a:p>
            <a:pPr>
              <a:defRPr sz="1875" b="0">
                <a:solidFill>
                  <a:srgbClr val="444444"/>
                </a:solidFill>
                <a:latin typeface="Arial"/>
                <a:ea typeface="Arial"/>
                <a:cs typeface="Arial"/>
              </a:defRPr>
            </a:pPr>
            <a:r>
              <a:rPr sz="1875" b="0">
                <a:solidFill>
                  <a:srgbClr val="444444"/>
                </a:solidFill>
                <a:latin typeface="Arial"/>
                <a:ea typeface="Arial"/>
                <a:cs typeface="Arial"/>
              </a:rPr>
              <a:t>Model-selection replicas and agent agreement</a:t>
            </a:r>
          </a:p>
        </p:txBody>
      </p:sp>
      <p:graphicFrame>
        <p:nvGraphicFramePr>
          <p:cNvPr id="7" name="Table 6"/>
          <p:cNvGraphicFramePr/>
          <p:nvPr/>
        </p:nvGraphicFramePr>
        <p:xfrm>
          <a:off x="609600" y="1647825"/>
          <a:ext cx="10972800" cy="4389120"/>
        </p:xfrm>
        <a:graphic>
          <a:graphicData uri="http://schemas.openxmlformats.org/drawingml/2006/table">
            <a:tbl>
              <a:tblPr/>
              <a:tblGrid>
                <a:gridCol w="9829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365760">
                <a:tc>
                  <a:txBody>
                    <a:bodyPr/>
                    <a:lstStyle/>
                    <a:p>
                      <a:r>
                        <a:rPr sz="1650" b="1" dirty="0">
                          <a:solidFill>
                            <a:srgbClr val="111111"/>
                          </a:solidFill>
                          <a:latin typeface="Arial"/>
                          <a:ea typeface="Arial"/>
                          <a:cs typeface="Arial"/>
                        </a:rPr>
                        <a:t>Figure / table</a:t>
                      </a:r>
                    </a:p>
                  </a:txBody>
                  <a:tcPr>
                    <a:solidFill>
                      <a:srgbClr val="E7E6E6"/>
                    </a:solidFill>
                  </a:tcPr>
                </a:tc>
                <a:tc>
                  <a:txBody>
                    <a:bodyPr/>
                    <a:lstStyle/>
                    <a:p>
                      <a:r>
                        <a:rPr sz="1650" b="1">
                          <a:solidFill>
                            <a:srgbClr val="111111"/>
                          </a:solidFill>
                          <a:latin typeface="Arial"/>
                          <a:ea typeface="Arial"/>
                          <a:cs typeface="Arial"/>
                        </a:rPr>
                        <a:t>Slide</a:t>
                      </a:r>
                    </a:p>
                  </a:txBody>
                  <a:tcPr>
                    <a:solidFill>
                      <a:srgbClr val="E7E6E6"/>
                    </a:solidFill>
                  </a:tcPr>
                </a:tc>
                <a:extLst>
                  <a:ext uri="{0D108BD9-81ED-4DB2-BD59-A6C34878D82A}">
                    <a16:rowId xmlns:a16="http://schemas.microsoft.com/office/drawing/2014/main" val="10000"/>
                  </a:ext>
                </a:extLst>
              </a:tr>
              <a:tr h="365760">
                <a:tc>
                  <a:txBody>
                    <a:bodyPr/>
                    <a:lstStyle/>
                    <a:p>
                      <a:r>
                        <a:rPr sz="1650" b="0">
                          <a:solidFill>
                            <a:srgbClr val="111111"/>
                          </a:solidFill>
                          <a:latin typeface="Arial"/>
                          <a:ea typeface="Arial"/>
                          <a:cs typeface="Arial"/>
                          <a:hlinkClick r:id="rId2" action="ppaction://hlinksldjump"/>
                        </a:rPr>
                        <a:t>Qwen: 5 Replicas, Seed 42, Temperature 1.0</a:t>
                      </a:r>
                    </a:p>
                  </a:txBody>
                  <a:tcPr>
                    <a:solidFill>
                      <a:srgbClr val="FFFFFF"/>
                    </a:solidFill>
                  </a:tcPr>
                </a:tc>
                <a:tc>
                  <a:txBody>
                    <a:bodyPr/>
                    <a:lstStyle/>
                    <a:p>
                      <a:r>
                        <a:rPr sz="1650" b="0">
                          <a:solidFill>
                            <a:srgbClr val="111111"/>
                          </a:solidFill>
                          <a:latin typeface="Arial"/>
                          <a:ea typeface="Arial"/>
                          <a:cs typeface="Arial"/>
                          <a:hlinkClick r:id="rId2" action="ppaction://hlinksldjump"/>
                        </a:rPr>
                        <a:t>12</a:t>
                      </a:r>
                    </a:p>
                  </a:txBody>
                  <a:tcPr>
                    <a:solidFill>
                      <a:srgbClr val="FFFFFF"/>
                    </a:solidFill>
                  </a:tcPr>
                </a:tc>
                <a:extLst>
                  <a:ext uri="{0D108BD9-81ED-4DB2-BD59-A6C34878D82A}">
                    <a16:rowId xmlns:a16="http://schemas.microsoft.com/office/drawing/2014/main" val="10001"/>
                  </a:ext>
                </a:extLst>
              </a:tr>
              <a:tr h="365760">
                <a:tc>
                  <a:txBody>
                    <a:bodyPr/>
                    <a:lstStyle/>
                    <a:p>
                      <a:r>
                        <a:rPr sz="1650" b="0">
                          <a:solidFill>
                            <a:srgbClr val="111111"/>
                          </a:solidFill>
                          <a:latin typeface="Arial"/>
                          <a:ea typeface="Arial"/>
                          <a:cs typeface="Arial"/>
                          <a:hlinkClick r:id="rId3" action="ppaction://hlinksldjump"/>
                        </a:rPr>
                        <a:t>GPT-OSS: 5 Replicas, Seed 42, Temperature 1.0</a:t>
                      </a:r>
                    </a:p>
                  </a:txBody>
                  <a:tcPr>
                    <a:solidFill>
                      <a:srgbClr val="FFFFFF"/>
                    </a:solidFill>
                  </a:tcPr>
                </a:tc>
                <a:tc>
                  <a:txBody>
                    <a:bodyPr/>
                    <a:lstStyle/>
                    <a:p>
                      <a:r>
                        <a:rPr sz="1650" b="0">
                          <a:solidFill>
                            <a:srgbClr val="111111"/>
                          </a:solidFill>
                          <a:latin typeface="Arial"/>
                          <a:ea typeface="Arial"/>
                          <a:cs typeface="Arial"/>
                          <a:hlinkClick r:id="rId3" action="ppaction://hlinksldjump"/>
                        </a:rPr>
                        <a:t>13</a:t>
                      </a:r>
                    </a:p>
                  </a:txBody>
                  <a:tcPr>
                    <a:solidFill>
                      <a:srgbClr val="FFFFFF"/>
                    </a:solidFill>
                  </a:tcPr>
                </a:tc>
                <a:extLst>
                  <a:ext uri="{0D108BD9-81ED-4DB2-BD59-A6C34878D82A}">
                    <a16:rowId xmlns:a16="http://schemas.microsoft.com/office/drawing/2014/main" val="4194101771"/>
                  </a:ext>
                </a:extLst>
              </a:tr>
              <a:tr h="365760">
                <a:tc>
                  <a:txBody>
                    <a:bodyPr/>
                    <a:lstStyle/>
                    <a:p>
                      <a:r>
                        <a:rPr sz="1650" b="0">
                          <a:solidFill>
                            <a:srgbClr val="111111"/>
                          </a:solidFill>
                          <a:latin typeface="Arial"/>
                          <a:ea typeface="Arial"/>
                          <a:cs typeface="Arial"/>
                          <a:hlinkClick r:id="rId4" action="ppaction://hlinksldjump"/>
                        </a:rPr>
                        <a:t>Qwen: 5 Replicas, Seed 42, Temperature 0.7</a:t>
                      </a:r>
                    </a:p>
                  </a:txBody>
                  <a:tcPr>
                    <a:solidFill>
                      <a:srgbClr val="FFFFFF"/>
                    </a:solidFill>
                  </a:tcPr>
                </a:tc>
                <a:tc>
                  <a:txBody>
                    <a:bodyPr/>
                    <a:lstStyle/>
                    <a:p>
                      <a:r>
                        <a:rPr sz="1650" b="0">
                          <a:solidFill>
                            <a:srgbClr val="111111"/>
                          </a:solidFill>
                          <a:latin typeface="Arial"/>
                          <a:ea typeface="Arial"/>
                          <a:cs typeface="Arial"/>
                          <a:hlinkClick r:id="rId4" action="ppaction://hlinksldjump"/>
                        </a:rPr>
                        <a:t>14</a:t>
                      </a:r>
                    </a:p>
                  </a:txBody>
                  <a:tcPr>
                    <a:solidFill>
                      <a:srgbClr val="FFFFFF"/>
                    </a:solidFill>
                  </a:tcPr>
                </a:tc>
                <a:extLst>
                  <a:ext uri="{0D108BD9-81ED-4DB2-BD59-A6C34878D82A}">
                    <a16:rowId xmlns:a16="http://schemas.microsoft.com/office/drawing/2014/main" val="981822613"/>
                  </a:ext>
                </a:extLst>
              </a:tr>
              <a:tr h="365760">
                <a:tc>
                  <a:txBody>
                    <a:bodyPr/>
                    <a:lstStyle/>
                    <a:p>
                      <a:r>
                        <a:rPr sz="1650" b="0">
                          <a:solidFill>
                            <a:srgbClr val="111111"/>
                          </a:solidFill>
                          <a:latin typeface="Arial"/>
                          <a:ea typeface="Arial"/>
                          <a:cs typeface="Arial"/>
                          <a:hlinkClick r:id="rId5" action="ppaction://hlinksldjump"/>
                        </a:rPr>
                        <a:t>GPT-OSS: 5 Replicas, Seed 42, Temperature 0.7</a:t>
                      </a:r>
                    </a:p>
                  </a:txBody>
                  <a:tcPr>
                    <a:solidFill>
                      <a:srgbClr val="FFFFFF"/>
                    </a:solidFill>
                  </a:tcPr>
                </a:tc>
                <a:tc>
                  <a:txBody>
                    <a:bodyPr/>
                    <a:lstStyle/>
                    <a:p>
                      <a:r>
                        <a:rPr sz="1650" b="0">
                          <a:solidFill>
                            <a:srgbClr val="111111"/>
                          </a:solidFill>
                          <a:latin typeface="Arial"/>
                          <a:ea typeface="Arial"/>
                          <a:cs typeface="Arial"/>
                          <a:hlinkClick r:id="rId5" action="ppaction://hlinksldjump"/>
                        </a:rPr>
                        <a:t>15</a:t>
                      </a:r>
                    </a:p>
                  </a:txBody>
                  <a:tcPr>
                    <a:solidFill>
                      <a:srgbClr val="FFFFFF"/>
                    </a:solidFill>
                  </a:tcPr>
                </a:tc>
                <a:extLst>
                  <a:ext uri="{0D108BD9-81ED-4DB2-BD59-A6C34878D82A}">
                    <a16:rowId xmlns:a16="http://schemas.microsoft.com/office/drawing/2014/main" val="1894459806"/>
                  </a:ext>
                </a:extLst>
              </a:tr>
              <a:tr h="365760">
                <a:tc>
                  <a:txBody>
                    <a:bodyPr/>
                    <a:lstStyle/>
                    <a:p>
                      <a:r>
                        <a:rPr sz="1650" b="0">
                          <a:solidFill>
                            <a:srgbClr val="111111"/>
                          </a:solidFill>
                          <a:latin typeface="Arial"/>
                          <a:ea typeface="Arial"/>
                          <a:cs typeface="Arial"/>
                          <a:hlinkClick r:id="rId6" action="ppaction://hlinksldjump"/>
                        </a:rPr>
                        <a:t>GPT-OSS: 5 Replicas, Seed 42, Temperature 0.2</a:t>
                      </a:r>
                    </a:p>
                  </a:txBody>
                  <a:tcPr>
                    <a:solidFill>
                      <a:srgbClr val="FFFFFF"/>
                    </a:solidFill>
                  </a:tcPr>
                </a:tc>
                <a:tc>
                  <a:txBody>
                    <a:bodyPr/>
                    <a:lstStyle/>
                    <a:p>
                      <a:r>
                        <a:rPr sz="1650" b="0">
                          <a:solidFill>
                            <a:srgbClr val="111111"/>
                          </a:solidFill>
                          <a:latin typeface="Arial"/>
                          <a:ea typeface="Arial"/>
                          <a:cs typeface="Arial"/>
                          <a:hlinkClick r:id="rId6" action="ppaction://hlinksldjump"/>
                        </a:rPr>
                        <a:t>16</a:t>
                      </a:r>
                    </a:p>
                  </a:txBody>
                  <a:tcPr>
                    <a:solidFill>
                      <a:srgbClr val="FFFFFF"/>
                    </a:solidFill>
                  </a:tcPr>
                </a:tc>
                <a:extLst>
                  <a:ext uri="{0D108BD9-81ED-4DB2-BD59-A6C34878D82A}">
                    <a16:rowId xmlns:a16="http://schemas.microsoft.com/office/drawing/2014/main" val="3586478896"/>
                  </a:ext>
                </a:extLst>
              </a:tr>
              <a:tr h="365760">
                <a:tc>
                  <a:txBody>
                    <a:bodyPr/>
                    <a:lstStyle/>
                    <a:p>
                      <a:r>
                        <a:rPr sz="1650" b="0">
                          <a:solidFill>
                            <a:srgbClr val="111111"/>
                          </a:solidFill>
                          <a:latin typeface="Arial"/>
                          <a:ea typeface="Arial"/>
                          <a:cs typeface="Arial"/>
                          <a:hlinkClick r:id="rId7" action="ppaction://hlinksldjump"/>
                        </a:rPr>
                        <a:t>Qwen: 5 Replicas, Seed 42, Temperature 0.2</a:t>
                      </a:r>
                    </a:p>
                  </a:txBody>
                  <a:tcPr>
                    <a:solidFill>
                      <a:srgbClr val="FFFFFF"/>
                    </a:solidFill>
                  </a:tcPr>
                </a:tc>
                <a:tc>
                  <a:txBody>
                    <a:bodyPr/>
                    <a:lstStyle/>
                    <a:p>
                      <a:r>
                        <a:rPr sz="1650" b="0">
                          <a:solidFill>
                            <a:srgbClr val="111111"/>
                          </a:solidFill>
                          <a:latin typeface="Arial"/>
                          <a:ea typeface="Arial"/>
                          <a:cs typeface="Arial"/>
                          <a:hlinkClick r:id="rId7" action="ppaction://hlinksldjump"/>
                        </a:rPr>
                        <a:t>17</a:t>
                      </a:r>
                    </a:p>
                  </a:txBody>
                  <a:tcPr>
                    <a:solidFill>
                      <a:srgbClr val="FFFFFF"/>
                    </a:solidFill>
                  </a:tcPr>
                </a:tc>
                <a:extLst>
                  <a:ext uri="{0D108BD9-81ED-4DB2-BD59-A6C34878D82A}">
                    <a16:rowId xmlns:a16="http://schemas.microsoft.com/office/drawing/2014/main" val="651117481"/>
                  </a:ext>
                </a:extLst>
              </a:tr>
              <a:tr h="365760">
                <a:tc>
                  <a:txBody>
                    <a:bodyPr/>
                    <a:lstStyle/>
                    <a:p>
                      <a:r>
                        <a:rPr sz="1650" b="0">
                          <a:solidFill>
                            <a:srgbClr val="111111"/>
                          </a:solidFill>
                          <a:latin typeface="Arial"/>
                          <a:ea typeface="Arial"/>
                          <a:cs typeface="Arial"/>
                          <a:hlinkClick r:id="rId8" action="ppaction://hlinksldjump"/>
                        </a:rPr>
                        <a:t>GPT-OSS: 5 Replicas, Seed 42, Temperature 0.0</a:t>
                      </a:r>
                    </a:p>
                  </a:txBody>
                  <a:tcPr>
                    <a:solidFill>
                      <a:srgbClr val="FFFFFF"/>
                    </a:solidFill>
                  </a:tcPr>
                </a:tc>
                <a:tc>
                  <a:txBody>
                    <a:bodyPr/>
                    <a:lstStyle/>
                    <a:p>
                      <a:r>
                        <a:rPr sz="1650" b="0">
                          <a:solidFill>
                            <a:srgbClr val="111111"/>
                          </a:solidFill>
                          <a:latin typeface="Arial"/>
                          <a:ea typeface="Arial"/>
                          <a:cs typeface="Arial"/>
                          <a:hlinkClick r:id="rId8" action="ppaction://hlinksldjump"/>
                        </a:rPr>
                        <a:t>18</a:t>
                      </a:r>
                    </a:p>
                  </a:txBody>
                  <a:tcPr>
                    <a:solidFill>
                      <a:srgbClr val="FFFFFF"/>
                    </a:solidFill>
                  </a:tcPr>
                </a:tc>
                <a:extLst>
                  <a:ext uri="{0D108BD9-81ED-4DB2-BD59-A6C34878D82A}">
                    <a16:rowId xmlns:a16="http://schemas.microsoft.com/office/drawing/2014/main" val="2627227545"/>
                  </a:ext>
                </a:extLst>
              </a:tr>
              <a:tr h="365760">
                <a:tc>
                  <a:txBody>
                    <a:bodyPr/>
                    <a:lstStyle/>
                    <a:p>
                      <a:r>
                        <a:rPr sz="1650" b="0">
                          <a:solidFill>
                            <a:srgbClr val="111111"/>
                          </a:solidFill>
                          <a:latin typeface="Arial"/>
                          <a:ea typeface="Arial"/>
                          <a:cs typeface="Arial"/>
                          <a:hlinkClick r:id="rId9" action="ppaction://hlinksldjump"/>
                        </a:rPr>
                        <a:t>Qwen: 5 Replicas, Seed 42, Temperature 0.0</a:t>
                      </a:r>
                    </a:p>
                  </a:txBody>
                  <a:tcPr>
                    <a:solidFill>
                      <a:srgbClr val="FFFFFF"/>
                    </a:solidFill>
                  </a:tcPr>
                </a:tc>
                <a:tc>
                  <a:txBody>
                    <a:bodyPr/>
                    <a:lstStyle/>
                    <a:p>
                      <a:r>
                        <a:rPr sz="1650" b="0">
                          <a:solidFill>
                            <a:srgbClr val="111111"/>
                          </a:solidFill>
                          <a:latin typeface="Arial"/>
                          <a:ea typeface="Arial"/>
                          <a:cs typeface="Arial"/>
                          <a:hlinkClick r:id="rId9" action="ppaction://hlinksldjump"/>
                        </a:rPr>
                        <a:t>19</a:t>
                      </a:r>
                    </a:p>
                  </a:txBody>
                  <a:tcPr>
                    <a:solidFill>
                      <a:srgbClr val="FFFFFF"/>
                    </a:solidFill>
                  </a:tcPr>
                </a:tc>
                <a:extLst>
                  <a:ext uri="{0D108BD9-81ED-4DB2-BD59-A6C34878D82A}">
                    <a16:rowId xmlns:a16="http://schemas.microsoft.com/office/drawing/2014/main" val="621127637"/>
                  </a:ext>
                </a:extLst>
              </a:tr>
              <a:tr h="365760">
                <a:tc>
                  <a:txBody>
                    <a:bodyPr/>
                    <a:lstStyle/>
                    <a:p>
                      <a:r>
                        <a:rPr sz="1650" b="0">
                          <a:solidFill>
                            <a:srgbClr val="111111"/>
                          </a:solidFill>
                          <a:latin typeface="Arial"/>
                          <a:ea typeface="Arial"/>
                          <a:cs typeface="Arial"/>
                          <a:hlinkClick r:id="rId10" action="ppaction://hlinksldjump"/>
                        </a:rPr>
                        <a:t>Within-Agent and Between-Agent Agreement: 3 Runs</a:t>
                      </a:r>
                    </a:p>
                  </a:txBody>
                  <a:tcPr>
                    <a:solidFill>
                      <a:srgbClr val="FFFFFF"/>
                    </a:solidFill>
                  </a:tcPr>
                </a:tc>
                <a:tc>
                  <a:txBody>
                    <a:bodyPr/>
                    <a:lstStyle/>
                    <a:p>
                      <a:r>
                        <a:rPr sz="1650" b="0">
                          <a:solidFill>
                            <a:srgbClr val="111111"/>
                          </a:solidFill>
                          <a:latin typeface="Arial"/>
                          <a:ea typeface="Arial"/>
                          <a:cs typeface="Arial"/>
                          <a:hlinkClick r:id="rId10" action="ppaction://hlinksldjump"/>
                        </a:rPr>
                        <a:t>20</a:t>
                      </a:r>
                    </a:p>
                  </a:txBody>
                  <a:tcPr>
                    <a:solidFill>
                      <a:srgbClr val="FFFFFF"/>
                    </a:solidFill>
                  </a:tcPr>
                </a:tc>
                <a:extLst>
                  <a:ext uri="{0D108BD9-81ED-4DB2-BD59-A6C34878D82A}">
                    <a16:rowId xmlns:a16="http://schemas.microsoft.com/office/drawing/2014/main" val="239297223"/>
                  </a:ext>
                </a:extLst>
              </a:tr>
              <a:tr h="365760">
                <a:tc>
                  <a:txBody>
                    <a:bodyPr/>
                    <a:lstStyle/>
                    <a:p>
                      <a:r>
                        <a:rPr sz="1650" b="0">
                          <a:solidFill>
                            <a:srgbClr val="111111"/>
                          </a:solidFill>
                          <a:latin typeface="Arial"/>
                          <a:ea typeface="Arial"/>
                          <a:cs typeface="Arial"/>
                          <a:hlinkClick r:id="rId11" action="ppaction://hlinksldjump"/>
                        </a:rPr>
                        <a:t>Agent Agreement: 5 Replicas and Temperature Comparisons</a:t>
                      </a:r>
                    </a:p>
                  </a:txBody>
                  <a:tcPr>
                    <a:solidFill>
                      <a:srgbClr val="FFFFFF"/>
                    </a:solidFill>
                  </a:tcPr>
                </a:tc>
                <a:tc>
                  <a:txBody>
                    <a:bodyPr/>
                    <a:lstStyle/>
                    <a:p>
                      <a:r>
                        <a:rPr sz="1650" b="0">
                          <a:solidFill>
                            <a:srgbClr val="111111"/>
                          </a:solidFill>
                          <a:latin typeface="Arial"/>
                          <a:ea typeface="Arial"/>
                          <a:cs typeface="Arial"/>
                          <a:hlinkClick r:id="rId11" action="ppaction://hlinksldjump"/>
                        </a:rPr>
                        <a:t>21</a:t>
                      </a:r>
                    </a:p>
                  </a:txBody>
                  <a:tcPr>
                    <a:solidFill>
                      <a:srgbClr val="FFFFFF"/>
                    </a:solidFill>
                  </a:tcPr>
                </a:tc>
                <a:extLst>
                  <a:ext uri="{0D108BD9-81ED-4DB2-BD59-A6C34878D82A}">
                    <a16:rowId xmlns:a16="http://schemas.microsoft.com/office/drawing/2014/main" val="2943880634"/>
                  </a:ext>
                </a:extLst>
              </a:tr>
              <a:tr h="365760">
                <a:tc>
                  <a:txBody>
                    <a:bodyPr/>
                    <a:lstStyle/>
                    <a:p>
                      <a:r>
                        <a:rPr sz="1650" b="0">
                          <a:solidFill>
                            <a:srgbClr val="111111"/>
                          </a:solidFill>
                          <a:latin typeface="Arial"/>
                          <a:ea typeface="Arial"/>
                          <a:cs typeface="Arial"/>
                          <a:hlinkClick r:id="rId12" action="ppaction://hlinksldjump"/>
                        </a:rPr>
                        <a:t>Cohen’s Kappa: Formula and Limitation</a:t>
                      </a:r>
                    </a:p>
                  </a:txBody>
                  <a:tcPr>
                    <a:solidFill>
                      <a:srgbClr val="FFFFFF"/>
                    </a:solidFill>
                  </a:tcPr>
                </a:tc>
                <a:tc>
                  <a:txBody>
                    <a:bodyPr/>
                    <a:lstStyle/>
                    <a:p>
                      <a:r>
                        <a:rPr sz="1650" b="0">
                          <a:solidFill>
                            <a:srgbClr val="111111"/>
                          </a:solidFill>
                          <a:latin typeface="Arial"/>
                          <a:ea typeface="Arial"/>
                          <a:cs typeface="Arial"/>
                          <a:hlinkClick r:id="rId12" action="ppaction://hlinksldjump"/>
                        </a:rPr>
                        <a:t>22</a:t>
                      </a:r>
                    </a:p>
                  </a:txBody>
                  <a:tcPr>
                    <a:solidFill>
                      <a:srgbClr val="FFFFFF"/>
                    </a:solidFill>
                  </a:tcPr>
                </a:tc>
                <a:extLst>
                  <a:ext uri="{0D108BD9-81ED-4DB2-BD59-A6C34878D82A}">
                    <a16:rowId xmlns:a16="http://schemas.microsoft.com/office/drawing/2014/main" val="2401242156"/>
                  </a:ext>
                </a:extLst>
              </a:tr>
            </a:tbl>
          </a:graphicData>
        </a:graphic>
      </p:graphicFrame>
      <p:sp>
        <p:nvSpPr>
          <p:cNvPr id="4" name="Rectangle 3">
            <a:extLst>
              <a:ext uri="{FF2B5EF4-FFF2-40B4-BE49-F238E27FC236}">
                <a16:creationId xmlns:a16="http://schemas.microsoft.com/office/drawing/2014/main" id="{822DD6CC-2F86-40CC-A7D5-64195A857E42}"/>
              </a:ext>
            </a:extLst>
          </p:cNvPr>
          <p:cNvSpPr>
            <a:spLocks noGrp="1"/>
          </p:cNvSpPr>
          <p:nvPr/>
        </p:nvSpPr>
        <p:spPr>
          <a:xfrm>
            <a:off x="10572750" y="6353175"/>
            <a:ext cx="1047750" cy="285750"/>
          </a:xfrm>
          <a:prstGeom prst="rect">
            <a:avLst/>
          </a:prstGeom>
          <a:noFill/>
          <a:ln w="0">
            <a:noFill/>
          </a:ln>
        </p:spPr>
        <p:txBody>
          <a:bodyPr>
            <a:noAutofit/>
          </a:bodyPr>
          <a:lstStyle/>
          <a:p>
            <a:pPr>
              <a:defRPr sz="1350" b="0">
                <a:solidFill>
                  <a:srgbClr val="666666"/>
                </a:solidFill>
                <a:latin typeface="Arial"/>
                <a:ea typeface="Arial"/>
                <a:cs typeface="Arial"/>
              </a:defRPr>
            </a:pPr>
            <a:r>
              <a:rPr sz="1350" b="0">
                <a:solidFill>
                  <a:srgbClr val="666666"/>
                </a:solidFill>
                <a:latin typeface="Arial"/>
                <a:ea typeface="Arial"/>
                <a:cs typeface="Arial"/>
              </a:rPr>
              <a:t>2 of 3</a:t>
            </a:r>
          </a:p>
        </p:txBody>
      </p:sp>
    </p:spTree>
    <p:extLst>
      <p:ext uri="{BB962C8B-B14F-4D97-AF65-F5344CB8AC3E}">
        <p14:creationId xmlns:p14="http://schemas.microsoft.com/office/powerpoint/2010/main" val="939676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8D0018-0F73-402A-952D-4C16315B0AD9}"/>
              </a:ext>
            </a:extLst>
          </p:cNvPr>
          <p:cNvSpPr>
            <a:spLocks noGrp="1"/>
          </p:cNvSpPr>
          <p:nvPr/>
        </p:nvSpPr>
        <p:spPr>
          <a:xfrm>
            <a:off x="609600" y="342900"/>
            <a:ext cx="10972800" cy="571500"/>
          </a:xfrm>
          <a:prstGeom prst="rect">
            <a:avLst/>
          </a:prstGeom>
          <a:noFill/>
          <a:ln w="0">
            <a:noFill/>
          </a:ln>
        </p:spPr>
        <p:txBody>
          <a:bodyPr>
            <a:noAutofit/>
          </a:bodyPr>
          <a:lstStyle/>
          <a:p>
            <a:pPr>
              <a:defRPr sz="2850" b="1">
                <a:solidFill>
                  <a:srgbClr val="111111"/>
                </a:solidFill>
                <a:latin typeface="Arial"/>
                <a:ea typeface="Arial"/>
                <a:cs typeface="Arial"/>
              </a:defRPr>
            </a:pPr>
            <a:r>
              <a:rPr sz="2850" b="1">
                <a:solidFill>
                  <a:srgbClr val="111111"/>
                </a:solidFill>
                <a:latin typeface="Arial"/>
                <a:ea typeface="Arial"/>
                <a:cs typeface="Arial"/>
              </a:rPr>
              <a:t>Table of contents</a:t>
            </a:r>
          </a:p>
        </p:txBody>
      </p:sp>
      <p:sp>
        <p:nvSpPr>
          <p:cNvPr id="2" name="Rectangle 1">
            <a:extLst>
              <a:ext uri="{FF2B5EF4-FFF2-40B4-BE49-F238E27FC236}">
                <a16:creationId xmlns:a16="http://schemas.microsoft.com/office/drawing/2014/main" id="{05921139-64CF-4280-A7E0-56D158FA81CA}"/>
              </a:ext>
            </a:extLst>
          </p:cNvPr>
          <p:cNvSpPr>
            <a:spLocks noGrp="1"/>
          </p:cNvSpPr>
          <p:nvPr/>
        </p:nvSpPr>
        <p:spPr>
          <a:xfrm>
            <a:off x="609600" y="1028700"/>
            <a:ext cx="10972800" cy="381000"/>
          </a:xfrm>
          <a:prstGeom prst="rect">
            <a:avLst/>
          </a:prstGeom>
          <a:noFill/>
          <a:ln w="0">
            <a:noFill/>
          </a:ln>
        </p:spPr>
        <p:txBody>
          <a:bodyPr>
            <a:noAutofit/>
          </a:bodyPr>
          <a:lstStyle/>
          <a:p>
            <a:pPr>
              <a:defRPr sz="1875" b="0">
                <a:solidFill>
                  <a:srgbClr val="444444"/>
                </a:solidFill>
                <a:latin typeface="Arial"/>
                <a:ea typeface="Arial"/>
                <a:cs typeface="Arial"/>
              </a:defRPr>
            </a:pPr>
            <a:r>
              <a:rPr sz="1875" b="0">
                <a:solidFill>
                  <a:srgbClr val="444444"/>
                </a:solidFill>
                <a:latin typeface="Arial"/>
                <a:ea typeface="Arial"/>
                <a:cs typeface="Arial"/>
              </a:rPr>
              <a:t>Model performance and confusion matrices</a:t>
            </a:r>
          </a:p>
        </p:txBody>
      </p:sp>
      <p:graphicFrame>
        <p:nvGraphicFramePr>
          <p:cNvPr id="7" name="Table 6"/>
          <p:cNvGraphicFramePr/>
          <p:nvPr/>
        </p:nvGraphicFramePr>
        <p:xfrm>
          <a:off x="609600" y="1647825"/>
          <a:ext cx="10972800" cy="3720465"/>
        </p:xfrm>
        <a:graphic>
          <a:graphicData uri="http://schemas.openxmlformats.org/drawingml/2006/table">
            <a:tbl>
              <a:tblPr/>
              <a:tblGrid>
                <a:gridCol w="9829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428625">
                <a:tc>
                  <a:txBody>
                    <a:bodyPr/>
                    <a:lstStyle/>
                    <a:p>
                      <a:r>
                        <a:rPr sz="1650" b="1">
                          <a:solidFill>
                            <a:srgbClr val="111111"/>
                          </a:solidFill>
                          <a:latin typeface="Arial"/>
                          <a:ea typeface="Arial"/>
                          <a:cs typeface="Arial"/>
                        </a:rPr>
                        <a:t>Figure / table</a:t>
                      </a:r>
                    </a:p>
                  </a:txBody>
                  <a:tcPr>
                    <a:solidFill>
                      <a:srgbClr val="E7E6E6"/>
                    </a:solidFill>
                  </a:tcPr>
                </a:tc>
                <a:tc>
                  <a:txBody>
                    <a:bodyPr/>
                    <a:lstStyle/>
                    <a:p>
                      <a:r>
                        <a:rPr sz="1650" b="1">
                          <a:solidFill>
                            <a:srgbClr val="111111"/>
                          </a:solidFill>
                          <a:latin typeface="Arial"/>
                          <a:ea typeface="Arial"/>
                          <a:cs typeface="Arial"/>
                        </a:rPr>
                        <a:t>Slide</a:t>
                      </a:r>
                    </a:p>
                  </a:txBody>
                  <a:tcPr>
                    <a:solidFill>
                      <a:srgbClr val="E7E6E6"/>
                    </a:solidFill>
                  </a:tcPr>
                </a:tc>
                <a:extLst>
                  <a:ext uri="{0D108BD9-81ED-4DB2-BD59-A6C34878D82A}">
                    <a16:rowId xmlns:a16="http://schemas.microsoft.com/office/drawing/2014/main" val="10000"/>
                  </a:ext>
                </a:extLst>
              </a:tr>
              <a:tr h="411480">
                <a:tc>
                  <a:txBody>
                    <a:bodyPr/>
                    <a:lstStyle/>
                    <a:p>
                      <a:r>
                        <a:rPr sz="1650" b="0">
                          <a:solidFill>
                            <a:srgbClr val="111111"/>
                          </a:solidFill>
                          <a:latin typeface="Arial"/>
                          <a:ea typeface="Arial"/>
                          <a:cs typeface="Arial"/>
                          <a:hlinkClick r:id="rId2" action="ppaction://hlinksldjump"/>
                        </a:rPr>
                        <a:t>Agent Results: Overall and Diagnostic Transition Matrices</a:t>
                      </a:r>
                    </a:p>
                  </a:txBody>
                  <a:tcPr>
                    <a:solidFill>
                      <a:srgbClr val="FFFFFF"/>
                    </a:solidFill>
                  </a:tcPr>
                </a:tc>
                <a:tc>
                  <a:txBody>
                    <a:bodyPr/>
                    <a:lstStyle/>
                    <a:p>
                      <a:r>
                        <a:rPr sz="1650" b="0">
                          <a:solidFill>
                            <a:srgbClr val="111111"/>
                          </a:solidFill>
                          <a:latin typeface="Arial"/>
                          <a:ea typeface="Arial"/>
                          <a:cs typeface="Arial"/>
                          <a:hlinkClick r:id="rId2" action="ppaction://hlinksldjump"/>
                        </a:rPr>
                        <a:t>23</a:t>
                      </a:r>
                    </a:p>
                  </a:txBody>
                  <a:tcPr>
                    <a:solidFill>
                      <a:srgbClr val="FFFFFF"/>
                    </a:solidFill>
                  </a:tcPr>
                </a:tc>
                <a:extLst>
                  <a:ext uri="{0D108BD9-81ED-4DB2-BD59-A6C34878D82A}">
                    <a16:rowId xmlns:a16="http://schemas.microsoft.com/office/drawing/2014/main" val="10001"/>
                  </a:ext>
                </a:extLst>
              </a:tr>
              <a:tr h="411480">
                <a:tc>
                  <a:txBody>
                    <a:bodyPr/>
                    <a:lstStyle/>
                    <a:p>
                      <a:r>
                        <a:rPr sz="1650" b="0">
                          <a:solidFill>
                            <a:srgbClr val="111111"/>
                          </a:solidFill>
                          <a:latin typeface="Arial"/>
                          <a:ea typeface="Arial"/>
                          <a:cs typeface="Arial"/>
                          <a:hlinkClick r:id="rId3" action="ppaction://hlinksldjump"/>
                        </a:rPr>
                        <a:t>Model Performance: Overall, CN and MCI Groups</a:t>
                      </a:r>
                    </a:p>
                  </a:txBody>
                  <a:tcPr>
                    <a:solidFill>
                      <a:srgbClr val="FFFFFF"/>
                    </a:solidFill>
                  </a:tcPr>
                </a:tc>
                <a:tc>
                  <a:txBody>
                    <a:bodyPr/>
                    <a:lstStyle/>
                    <a:p>
                      <a:r>
                        <a:rPr sz="1650" b="0">
                          <a:solidFill>
                            <a:srgbClr val="111111"/>
                          </a:solidFill>
                          <a:latin typeface="Arial"/>
                          <a:ea typeface="Arial"/>
                          <a:cs typeface="Arial"/>
                          <a:hlinkClick r:id="rId3" action="ppaction://hlinksldjump"/>
                        </a:rPr>
                        <a:t>24</a:t>
                      </a:r>
                    </a:p>
                  </a:txBody>
                  <a:tcPr>
                    <a:solidFill>
                      <a:srgbClr val="FFFFFF"/>
                    </a:solidFill>
                  </a:tcPr>
                </a:tc>
                <a:extLst>
                  <a:ext uri="{0D108BD9-81ED-4DB2-BD59-A6C34878D82A}">
                    <a16:rowId xmlns:a16="http://schemas.microsoft.com/office/drawing/2014/main" val="80985159"/>
                  </a:ext>
                </a:extLst>
              </a:tr>
              <a:tr h="411480">
                <a:tc>
                  <a:txBody>
                    <a:bodyPr/>
                    <a:lstStyle/>
                    <a:p>
                      <a:r>
                        <a:rPr sz="1650" b="0">
                          <a:solidFill>
                            <a:srgbClr val="111111"/>
                          </a:solidFill>
                          <a:latin typeface="Arial"/>
                          <a:ea typeface="Arial"/>
                          <a:cs typeface="Arial"/>
                          <a:hlinkClick r:id="rId4" action="ppaction://hlinksldjump"/>
                        </a:rPr>
                        <a:t>Confusion Counts and Performance Metrics by Group</a:t>
                      </a:r>
                    </a:p>
                  </a:txBody>
                  <a:tcPr>
                    <a:solidFill>
                      <a:srgbClr val="FFFFFF"/>
                    </a:solidFill>
                  </a:tcPr>
                </a:tc>
                <a:tc>
                  <a:txBody>
                    <a:bodyPr/>
                    <a:lstStyle/>
                    <a:p>
                      <a:r>
                        <a:rPr sz="1650" b="0">
                          <a:solidFill>
                            <a:srgbClr val="111111"/>
                          </a:solidFill>
                          <a:latin typeface="Arial"/>
                          <a:ea typeface="Arial"/>
                          <a:cs typeface="Arial"/>
                          <a:hlinkClick r:id="rId4" action="ppaction://hlinksldjump"/>
                        </a:rPr>
                        <a:t>25</a:t>
                      </a:r>
                    </a:p>
                  </a:txBody>
                  <a:tcPr>
                    <a:solidFill>
                      <a:srgbClr val="FFFFFF"/>
                    </a:solidFill>
                  </a:tcPr>
                </a:tc>
                <a:extLst>
                  <a:ext uri="{0D108BD9-81ED-4DB2-BD59-A6C34878D82A}">
                    <a16:rowId xmlns:a16="http://schemas.microsoft.com/office/drawing/2014/main" val="1931908689"/>
                  </a:ext>
                </a:extLst>
              </a:tr>
              <a:tr h="411480">
                <a:tc>
                  <a:txBody>
                    <a:bodyPr/>
                    <a:lstStyle/>
                    <a:p>
                      <a:r>
                        <a:rPr sz="1650" b="0">
                          <a:solidFill>
                            <a:srgbClr val="111111"/>
                          </a:solidFill>
                          <a:latin typeface="Arial"/>
                          <a:ea typeface="Arial"/>
                          <a:cs typeface="Arial"/>
                          <a:hlinkClick r:id="rId5" action="ppaction://hlinksldjump"/>
                        </a:rPr>
                        <a:t>Extra Trees Confusion Matrices by Baseline Group</a:t>
                      </a:r>
                    </a:p>
                  </a:txBody>
                  <a:tcPr>
                    <a:solidFill>
                      <a:srgbClr val="FFFFFF"/>
                    </a:solidFill>
                  </a:tcPr>
                </a:tc>
                <a:tc>
                  <a:txBody>
                    <a:bodyPr/>
                    <a:lstStyle/>
                    <a:p>
                      <a:r>
                        <a:rPr sz="1650" b="0">
                          <a:solidFill>
                            <a:srgbClr val="111111"/>
                          </a:solidFill>
                          <a:latin typeface="Arial"/>
                          <a:ea typeface="Arial"/>
                          <a:cs typeface="Arial"/>
                          <a:hlinkClick r:id="rId5" action="ppaction://hlinksldjump"/>
                        </a:rPr>
                        <a:t>26</a:t>
                      </a:r>
                    </a:p>
                  </a:txBody>
                  <a:tcPr>
                    <a:solidFill>
                      <a:srgbClr val="FFFFFF"/>
                    </a:solidFill>
                  </a:tcPr>
                </a:tc>
                <a:extLst>
                  <a:ext uri="{0D108BD9-81ED-4DB2-BD59-A6C34878D82A}">
                    <a16:rowId xmlns:a16="http://schemas.microsoft.com/office/drawing/2014/main" val="2477786961"/>
                  </a:ext>
                </a:extLst>
              </a:tr>
              <a:tr h="411480">
                <a:tc>
                  <a:txBody>
                    <a:bodyPr/>
                    <a:lstStyle/>
                    <a:p>
                      <a:r>
                        <a:rPr sz="1650" b="0">
                          <a:solidFill>
                            <a:srgbClr val="111111"/>
                          </a:solidFill>
                          <a:latin typeface="Arial"/>
                          <a:ea typeface="Arial"/>
                          <a:cs typeface="Arial"/>
                          <a:hlinkClick r:id="rId6" action="ppaction://hlinksldjump"/>
                        </a:rPr>
                        <a:t>Confusion Matrices Across Models and Baseline Groups</a:t>
                      </a:r>
                    </a:p>
                  </a:txBody>
                  <a:tcPr>
                    <a:solidFill>
                      <a:srgbClr val="FFFFFF"/>
                    </a:solidFill>
                  </a:tcPr>
                </a:tc>
                <a:tc>
                  <a:txBody>
                    <a:bodyPr/>
                    <a:lstStyle/>
                    <a:p>
                      <a:r>
                        <a:rPr sz="1650" b="0">
                          <a:solidFill>
                            <a:srgbClr val="111111"/>
                          </a:solidFill>
                          <a:latin typeface="Arial"/>
                          <a:ea typeface="Arial"/>
                          <a:cs typeface="Arial"/>
                          <a:hlinkClick r:id="rId6" action="ppaction://hlinksldjump"/>
                        </a:rPr>
                        <a:t>27</a:t>
                      </a:r>
                    </a:p>
                  </a:txBody>
                  <a:tcPr>
                    <a:solidFill>
                      <a:srgbClr val="FFFFFF"/>
                    </a:solidFill>
                  </a:tcPr>
                </a:tc>
                <a:extLst>
                  <a:ext uri="{0D108BD9-81ED-4DB2-BD59-A6C34878D82A}">
                    <a16:rowId xmlns:a16="http://schemas.microsoft.com/office/drawing/2014/main" val="2053290167"/>
                  </a:ext>
                </a:extLst>
              </a:tr>
              <a:tr h="411480">
                <a:tc>
                  <a:txBody>
                    <a:bodyPr/>
                    <a:lstStyle/>
                    <a:p>
                      <a:r>
                        <a:rPr sz="1650" b="0">
                          <a:solidFill>
                            <a:srgbClr val="111111"/>
                          </a:solidFill>
                          <a:latin typeface="Arial"/>
                          <a:ea typeface="Arial"/>
                          <a:cs typeface="Arial"/>
                          <a:hlinkClick r:id="rId7" action="ppaction://hlinksldjump"/>
                        </a:rPr>
                        <a:t>Overall Group (N = 106): Model Comparison and Matrices</a:t>
                      </a:r>
                    </a:p>
                  </a:txBody>
                  <a:tcPr>
                    <a:solidFill>
                      <a:srgbClr val="FFFFFF"/>
                    </a:solidFill>
                  </a:tcPr>
                </a:tc>
                <a:tc>
                  <a:txBody>
                    <a:bodyPr/>
                    <a:lstStyle/>
                    <a:p>
                      <a:r>
                        <a:rPr sz="1650" b="0">
                          <a:solidFill>
                            <a:srgbClr val="111111"/>
                          </a:solidFill>
                          <a:latin typeface="Arial"/>
                          <a:ea typeface="Arial"/>
                          <a:cs typeface="Arial"/>
                          <a:hlinkClick r:id="rId7" action="ppaction://hlinksldjump"/>
                        </a:rPr>
                        <a:t>28</a:t>
                      </a:r>
                    </a:p>
                  </a:txBody>
                  <a:tcPr>
                    <a:solidFill>
                      <a:srgbClr val="FFFFFF"/>
                    </a:solidFill>
                  </a:tcPr>
                </a:tc>
                <a:extLst>
                  <a:ext uri="{0D108BD9-81ED-4DB2-BD59-A6C34878D82A}">
                    <a16:rowId xmlns:a16="http://schemas.microsoft.com/office/drawing/2014/main" val="1840168157"/>
                  </a:ext>
                </a:extLst>
              </a:tr>
              <a:tr h="411480">
                <a:tc>
                  <a:txBody>
                    <a:bodyPr/>
                    <a:lstStyle/>
                    <a:p>
                      <a:r>
                        <a:rPr sz="1650" b="0">
                          <a:solidFill>
                            <a:srgbClr val="111111"/>
                          </a:solidFill>
                          <a:latin typeface="Arial"/>
                          <a:ea typeface="Arial"/>
                          <a:cs typeface="Arial"/>
                          <a:hlinkClick r:id="rId8" action="ppaction://hlinksldjump"/>
                        </a:rPr>
                        <a:t>CN Baseline (N = 25): Model Comparison and Matrices</a:t>
                      </a:r>
                    </a:p>
                  </a:txBody>
                  <a:tcPr>
                    <a:solidFill>
                      <a:srgbClr val="FFFFFF"/>
                    </a:solidFill>
                  </a:tcPr>
                </a:tc>
                <a:tc>
                  <a:txBody>
                    <a:bodyPr/>
                    <a:lstStyle/>
                    <a:p>
                      <a:r>
                        <a:rPr sz="1650" b="0">
                          <a:solidFill>
                            <a:srgbClr val="111111"/>
                          </a:solidFill>
                          <a:latin typeface="Arial"/>
                          <a:ea typeface="Arial"/>
                          <a:cs typeface="Arial"/>
                          <a:hlinkClick r:id="rId8" action="ppaction://hlinksldjump"/>
                        </a:rPr>
                        <a:t>29</a:t>
                      </a:r>
                    </a:p>
                  </a:txBody>
                  <a:tcPr>
                    <a:solidFill>
                      <a:srgbClr val="FFFFFF"/>
                    </a:solidFill>
                  </a:tcPr>
                </a:tc>
                <a:extLst>
                  <a:ext uri="{0D108BD9-81ED-4DB2-BD59-A6C34878D82A}">
                    <a16:rowId xmlns:a16="http://schemas.microsoft.com/office/drawing/2014/main" val="1709111026"/>
                  </a:ext>
                </a:extLst>
              </a:tr>
              <a:tr h="411480">
                <a:tc>
                  <a:txBody>
                    <a:bodyPr/>
                    <a:lstStyle/>
                    <a:p>
                      <a:r>
                        <a:rPr sz="1650" b="0">
                          <a:solidFill>
                            <a:srgbClr val="111111"/>
                          </a:solidFill>
                          <a:latin typeface="Arial"/>
                          <a:ea typeface="Arial"/>
                          <a:cs typeface="Arial"/>
                          <a:hlinkClick r:id="rId9" action="ppaction://hlinksldjump"/>
                        </a:rPr>
                        <a:t>MCI Baseline (N = 81): Model Comparison and Matrices</a:t>
                      </a:r>
                    </a:p>
                  </a:txBody>
                  <a:tcPr>
                    <a:solidFill>
                      <a:srgbClr val="FFFFFF"/>
                    </a:solidFill>
                  </a:tcPr>
                </a:tc>
                <a:tc>
                  <a:txBody>
                    <a:bodyPr/>
                    <a:lstStyle/>
                    <a:p>
                      <a:r>
                        <a:rPr sz="1650" b="0">
                          <a:solidFill>
                            <a:srgbClr val="111111"/>
                          </a:solidFill>
                          <a:latin typeface="Arial"/>
                          <a:ea typeface="Arial"/>
                          <a:cs typeface="Arial"/>
                          <a:hlinkClick r:id="rId9" action="ppaction://hlinksldjump"/>
                        </a:rPr>
                        <a:t>30</a:t>
                      </a:r>
                    </a:p>
                  </a:txBody>
                  <a:tcPr>
                    <a:solidFill>
                      <a:srgbClr val="FFFFFF"/>
                    </a:solidFill>
                  </a:tcPr>
                </a:tc>
                <a:extLst>
                  <a:ext uri="{0D108BD9-81ED-4DB2-BD59-A6C34878D82A}">
                    <a16:rowId xmlns:a16="http://schemas.microsoft.com/office/drawing/2014/main" val="2430209551"/>
                  </a:ext>
                </a:extLst>
              </a:tr>
            </a:tbl>
          </a:graphicData>
        </a:graphic>
      </p:graphicFrame>
      <p:sp>
        <p:nvSpPr>
          <p:cNvPr id="4" name="Rectangle 3">
            <a:extLst>
              <a:ext uri="{FF2B5EF4-FFF2-40B4-BE49-F238E27FC236}">
                <a16:creationId xmlns:a16="http://schemas.microsoft.com/office/drawing/2014/main" id="{32037F55-F55C-4553-BA6D-9569347FB639}"/>
              </a:ext>
            </a:extLst>
          </p:cNvPr>
          <p:cNvSpPr>
            <a:spLocks noGrp="1"/>
          </p:cNvSpPr>
          <p:nvPr/>
        </p:nvSpPr>
        <p:spPr>
          <a:xfrm>
            <a:off x="10572750" y="6353175"/>
            <a:ext cx="1047750" cy="285750"/>
          </a:xfrm>
          <a:prstGeom prst="rect">
            <a:avLst/>
          </a:prstGeom>
          <a:noFill/>
          <a:ln w="0">
            <a:noFill/>
          </a:ln>
        </p:spPr>
        <p:txBody>
          <a:bodyPr>
            <a:noAutofit/>
          </a:bodyPr>
          <a:lstStyle/>
          <a:p>
            <a:pPr>
              <a:defRPr sz="1350" b="0">
                <a:solidFill>
                  <a:srgbClr val="666666"/>
                </a:solidFill>
                <a:latin typeface="Arial"/>
                <a:ea typeface="Arial"/>
                <a:cs typeface="Arial"/>
              </a:defRPr>
            </a:pPr>
            <a:r>
              <a:rPr sz="1350" b="0">
                <a:solidFill>
                  <a:srgbClr val="666666"/>
                </a:solidFill>
                <a:latin typeface="Arial"/>
                <a:ea typeface="Arial"/>
                <a:cs typeface="Arial"/>
              </a:rPr>
              <a:t>3 of 3</a:t>
            </a:r>
          </a:p>
        </p:txBody>
      </p:sp>
    </p:spTree>
    <p:extLst>
      <p:ext uri="{BB962C8B-B14F-4D97-AF65-F5344CB8AC3E}">
        <p14:creationId xmlns:p14="http://schemas.microsoft.com/office/powerpoint/2010/main" val="2035391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A7B52D-ADA6-71FB-24ED-7469D86FC1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0093" y="762000"/>
            <a:ext cx="5392615" cy="5467734"/>
          </a:xfrm>
          <a:prstGeom prst="rect">
            <a:avLst/>
          </a:prstGeom>
        </p:spPr>
      </p:pic>
      <p:pic>
        <p:nvPicPr>
          <p:cNvPr id="5" name="Picture 4">
            <a:extLst>
              <a:ext uri="{FF2B5EF4-FFF2-40B4-BE49-F238E27FC236}">
                <a16:creationId xmlns:a16="http://schemas.microsoft.com/office/drawing/2014/main" id="{8671DB2A-C7C5-B74F-5C89-43F0743B59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012" y="762000"/>
            <a:ext cx="5500298" cy="5581649"/>
          </a:xfrm>
          <a:prstGeom prst="rect">
            <a:avLst/>
          </a:prstGeom>
        </p:spPr>
      </p:pic>
      <p:sp>
        <p:nvSpPr>
          <p:cNvPr id="2" name="TextBox 1">
            <a:extLst>
              <a:ext uri="{FF2B5EF4-FFF2-40B4-BE49-F238E27FC236}">
                <a16:creationId xmlns:a16="http://schemas.microsoft.com/office/drawing/2014/main" id="{E79D94F8-DAAF-6684-E8E1-8536CD170A09}"/>
              </a:ext>
            </a:extLst>
          </p:cNvPr>
          <p:cNvSpPr txBox="1"/>
          <p:nvPr/>
        </p:nvSpPr>
        <p:spPr>
          <a:xfrm>
            <a:off x="1981200" y="257907"/>
            <a:ext cx="7315200" cy="369332"/>
          </a:xfrm>
          <a:prstGeom prst="rect">
            <a:avLst/>
          </a:prstGeom>
          <a:noFill/>
        </p:spPr>
        <p:txBody>
          <a:bodyPr wrap="square" rtlCol="0">
            <a:spAutoFit/>
          </a:bodyPr>
          <a:lstStyle/>
          <a:p>
            <a:pPr algn="ctr"/>
            <a:r>
              <a:rPr lang="en-US" dirty="0"/>
              <a:t>Feature Importance </a:t>
            </a:r>
          </a:p>
        </p:txBody>
      </p:sp>
    </p:spTree>
    <p:extLst>
      <p:ext uri="{BB962C8B-B14F-4D97-AF65-F5344CB8AC3E}">
        <p14:creationId xmlns:p14="http://schemas.microsoft.com/office/powerpoint/2010/main" val="1121880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84D0E3-DD37-17A1-A5AE-4CD5DA4AF7C0}"/>
              </a:ext>
            </a:extLst>
          </p:cNvPr>
          <p:cNvSpPr txBox="1"/>
          <p:nvPr/>
        </p:nvSpPr>
        <p:spPr>
          <a:xfrm>
            <a:off x="537210" y="475833"/>
            <a:ext cx="9784080" cy="461665"/>
          </a:xfrm>
          <a:prstGeom prst="rect">
            <a:avLst/>
          </a:prstGeom>
          <a:noFill/>
        </p:spPr>
        <p:txBody>
          <a:bodyPr wrap="none" rtlCol="0">
            <a:spAutoFit/>
          </a:bodyPr>
          <a:lstStyle/>
          <a:p>
            <a:r>
              <a:rPr lang="en-US" sz="2400"/>
              <a:t>Grading level</a:t>
            </a:r>
          </a:p>
        </p:txBody>
      </p:sp>
      <p:graphicFrame>
        <p:nvGraphicFramePr>
          <p:cNvPr id="5" name="Table 4">
            <a:extLst>
              <a:ext uri="{FF2B5EF4-FFF2-40B4-BE49-F238E27FC236}">
                <a16:creationId xmlns:a16="http://schemas.microsoft.com/office/drawing/2014/main" id="{9F3A51DF-7B6F-A8DA-06AF-7381D52848BA}"/>
              </a:ext>
            </a:extLst>
          </p:cNvPr>
          <p:cNvGraphicFramePr>
            <a:graphicFrameLocks noGrp="1"/>
          </p:cNvGraphicFramePr>
          <p:nvPr>
            <p:extLst>
              <p:ext uri="{D42A27DB-BD31-4B8C-83A1-F6EECF244321}">
                <p14:modId xmlns:p14="http://schemas.microsoft.com/office/powerpoint/2010/main" val="2652700935"/>
              </p:ext>
            </p:extLst>
          </p:nvPr>
        </p:nvGraphicFramePr>
        <p:xfrm>
          <a:off x="537210" y="1042829"/>
          <a:ext cx="9806940" cy="1584960"/>
        </p:xfrm>
        <a:graphic>
          <a:graphicData uri="http://schemas.openxmlformats.org/drawingml/2006/table">
            <a:tbl>
              <a:tblPr>
                <a:tableStyleId>{5940675A-B579-460E-94D1-54222C63F5DA}</a:tableStyleId>
              </a:tblPr>
              <a:tblGrid>
                <a:gridCol w="1910715">
                  <a:extLst>
                    <a:ext uri="{9D8B030D-6E8A-4147-A177-3AD203B41FA5}">
                      <a16:colId xmlns:a16="http://schemas.microsoft.com/office/drawing/2014/main" val="314010743"/>
                    </a:ext>
                  </a:extLst>
                </a:gridCol>
                <a:gridCol w="7896225">
                  <a:extLst>
                    <a:ext uri="{9D8B030D-6E8A-4147-A177-3AD203B41FA5}">
                      <a16:colId xmlns:a16="http://schemas.microsoft.com/office/drawing/2014/main" val="4213076933"/>
                    </a:ext>
                  </a:extLst>
                </a:gridCol>
              </a:tblGrid>
              <a:tr h="0">
                <a:tc>
                  <a:txBody>
                    <a:bodyPr/>
                    <a:lstStyle/>
                    <a:p>
                      <a:pPr>
                        <a:buNone/>
                      </a:pPr>
                      <a:r>
                        <a:rPr lang="en-US" sz="1600"/>
                        <a:t>Score</a:t>
                      </a:r>
                    </a:p>
                  </a:txBody>
                  <a:tcPr anchor="ctr"/>
                </a:tc>
                <a:tc>
                  <a:txBody>
                    <a:bodyPr/>
                    <a:lstStyle/>
                    <a:p>
                      <a:pPr>
                        <a:buNone/>
                      </a:pPr>
                      <a:r>
                        <a:rPr lang="en-US" sz="1600"/>
                        <a:t>Meaning</a:t>
                      </a:r>
                    </a:p>
                  </a:txBody>
                  <a:tcPr anchor="ctr"/>
                </a:tc>
                <a:extLst>
                  <a:ext uri="{0D108BD9-81ED-4DB2-BD59-A6C34878D82A}">
                    <a16:rowId xmlns:a16="http://schemas.microsoft.com/office/drawing/2014/main" val="1772499075"/>
                  </a:ext>
                </a:extLst>
              </a:tr>
              <a:tr h="0">
                <a:tc>
                  <a:txBody>
                    <a:bodyPr/>
                    <a:lstStyle/>
                    <a:p>
                      <a:pPr>
                        <a:buNone/>
                      </a:pPr>
                      <a:r>
                        <a:rPr lang="en-US" sz="1600"/>
                        <a:t>0 – Poor</a:t>
                      </a:r>
                    </a:p>
                  </a:txBody>
                  <a:tcPr anchor="ctr"/>
                </a:tc>
                <a:tc>
                  <a:txBody>
                    <a:bodyPr/>
                    <a:lstStyle/>
                    <a:p>
                      <a:pPr>
                        <a:buNone/>
                      </a:pPr>
                      <a:r>
                        <a:rPr lang="en-US" sz="1600"/>
                        <a:t>Reasoning is incorrect, unsupported, contradictory, or misses the main point</a:t>
                      </a:r>
                    </a:p>
                  </a:txBody>
                  <a:tcPr anchor="ctr"/>
                </a:tc>
                <a:extLst>
                  <a:ext uri="{0D108BD9-81ED-4DB2-BD59-A6C34878D82A}">
                    <a16:rowId xmlns:a16="http://schemas.microsoft.com/office/drawing/2014/main" val="920718632"/>
                  </a:ext>
                </a:extLst>
              </a:tr>
              <a:tr h="0">
                <a:tc>
                  <a:txBody>
                    <a:bodyPr/>
                    <a:lstStyle/>
                    <a:p>
                      <a:pPr>
                        <a:buNone/>
                      </a:pPr>
                      <a:r>
                        <a:rPr lang="en-US" sz="1600"/>
                        <a:t>1 – Acceptable</a:t>
                      </a:r>
                    </a:p>
                  </a:txBody>
                  <a:tcPr anchor="ctr"/>
                </a:tc>
                <a:tc>
                  <a:txBody>
                    <a:bodyPr/>
                    <a:lstStyle/>
                    <a:p>
                      <a:pPr>
                        <a:buNone/>
                      </a:pPr>
                      <a:r>
                        <a:rPr lang="en-US" sz="1600"/>
                        <a:t>Reasoning is generally reasonable but incomplete, weakly supported, or contains minor issues</a:t>
                      </a:r>
                    </a:p>
                  </a:txBody>
                  <a:tcPr anchor="ctr"/>
                </a:tc>
                <a:extLst>
                  <a:ext uri="{0D108BD9-81ED-4DB2-BD59-A6C34878D82A}">
                    <a16:rowId xmlns:a16="http://schemas.microsoft.com/office/drawing/2014/main" val="1278282492"/>
                  </a:ext>
                </a:extLst>
              </a:tr>
              <a:tr h="0">
                <a:tc>
                  <a:txBody>
                    <a:bodyPr/>
                    <a:lstStyle/>
                    <a:p>
                      <a:pPr>
                        <a:buNone/>
                      </a:pPr>
                      <a:r>
                        <a:rPr lang="en-US" sz="1600"/>
                        <a:t>2 – Strong</a:t>
                      </a:r>
                    </a:p>
                  </a:txBody>
                  <a:tcPr anchor="ctr"/>
                </a:tc>
                <a:tc>
                  <a:txBody>
                    <a:bodyPr/>
                    <a:lstStyle/>
                    <a:p>
                      <a:pPr>
                        <a:buNone/>
                      </a:pPr>
                      <a:r>
                        <a:rPr lang="en-US" sz="1600"/>
                        <a:t>Reasoning is correct, well-supported, complete enough, and appropriately interpreted</a:t>
                      </a:r>
                    </a:p>
                  </a:txBody>
                  <a:tcPr anchor="ctr"/>
                </a:tc>
                <a:extLst>
                  <a:ext uri="{0D108BD9-81ED-4DB2-BD59-A6C34878D82A}">
                    <a16:rowId xmlns:a16="http://schemas.microsoft.com/office/drawing/2014/main" val="1471360681"/>
                  </a:ext>
                </a:extLst>
              </a:tr>
            </a:tbl>
          </a:graphicData>
        </a:graphic>
      </p:graphicFrame>
      <p:sp>
        <p:nvSpPr>
          <p:cNvPr id="8" name="TextBox 7">
            <a:extLst>
              <a:ext uri="{FF2B5EF4-FFF2-40B4-BE49-F238E27FC236}">
                <a16:creationId xmlns:a16="http://schemas.microsoft.com/office/drawing/2014/main" id="{CC511DA4-EAF0-CC4E-778C-FCD1F057F4DF}"/>
              </a:ext>
            </a:extLst>
          </p:cNvPr>
          <p:cNvSpPr txBox="1"/>
          <p:nvPr/>
        </p:nvSpPr>
        <p:spPr>
          <a:xfrm>
            <a:off x="438150" y="2838450"/>
            <a:ext cx="9784080" cy="461665"/>
          </a:xfrm>
          <a:prstGeom prst="rect">
            <a:avLst/>
          </a:prstGeom>
          <a:noFill/>
        </p:spPr>
        <p:txBody>
          <a:bodyPr wrap="none" rtlCol="0">
            <a:spAutoFit/>
          </a:bodyPr>
          <a:lstStyle/>
          <a:p>
            <a:r>
              <a:rPr lang="en-US" sz="2400"/>
              <a:t>Rubrics</a:t>
            </a:r>
          </a:p>
        </p:txBody>
      </p:sp>
      <p:graphicFrame>
        <p:nvGraphicFramePr>
          <p:cNvPr id="9" name="Table 8">
            <a:extLst>
              <a:ext uri="{FF2B5EF4-FFF2-40B4-BE49-F238E27FC236}">
                <a16:creationId xmlns:a16="http://schemas.microsoft.com/office/drawing/2014/main" id="{6F4CE95D-23C3-EA71-F1C5-4A9EE6A2BB0A}"/>
              </a:ext>
            </a:extLst>
          </p:cNvPr>
          <p:cNvGraphicFramePr>
            <a:graphicFrameLocks noGrp="1"/>
          </p:cNvGraphicFramePr>
          <p:nvPr>
            <p:extLst>
              <p:ext uri="{D42A27DB-BD31-4B8C-83A1-F6EECF244321}">
                <p14:modId xmlns:p14="http://schemas.microsoft.com/office/powerpoint/2010/main" val="2472611465"/>
              </p:ext>
            </p:extLst>
          </p:nvPr>
        </p:nvGraphicFramePr>
        <p:xfrm>
          <a:off x="537210" y="3429000"/>
          <a:ext cx="9806940" cy="2255520"/>
        </p:xfrm>
        <a:graphic>
          <a:graphicData uri="http://schemas.openxmlformats.org/drawingml/2006/table">
            <a:tbl>
              <a:tblPr>
                <a:tableStyleId>{5940675A-B579-460E-94D1-54222C63F5DA}</a:tableStyleId>
              </a:tblPr>
              <a:tblGrid>
                <a:gridCol w="3776785">
                  <a:extLst>
                    <a:ext uri="{9D8B030D-6E8A-4147-A177-3AD203B41FA5}">
                      <a16:colId xmlns:a16="http://schemas.microsoft.com/office/drawing/2014/main" val="3237548911"/>
                    </a:ext>
                  </a:extLst>
                </a:gridCol>
                <a:gridCol w="6030155">
                  <a:extLst>
                    <a:ext uri="{9D8B030D-6E8A-4147-A177-3AD203B41FA5}">
                      <a16:colId xmlns:a16="http://schemas.microsoft.com/office/drawing/2014/main" val="1098858083"/>
                    </a:ext>
                  </a:extLst>
                </a:gridCol>
              </a:tblGrid>
              <a:tr h="0">
                <a:tc>
                  <a:txBody>
                    <a:bodyPr/>
                    <a:lstStyle/>
                    <a:p>
                      <a:pPr>
                        <a:buNone/>
                      </a:pPr>
                      <a:r>
                        <a:rPr lang="en-US" sz="1600"/>
                        <a:t>Rubric</a:t>
                      </a:r>
                    </a:p>
                  </a:txBody>
                  <a:tcPr anchor="ctr"/>
                </a:tc>
                <a:tc>
                  <a:txBody>
                    <a:bodyPr/>
                    <a:lstStyle/>
                    <a:p>
                      <a:pPr>
                        <a:buNone/>
                      </a:pPr>
                      <a:r>
                        <a:rPr lang="en-US" sz="1600"/>
                        <a:t>What it grades</a:t>
                      </a:r>
                    </a:p>
                  </a:txBody>
                  <a:tcPr anchor="ctr"/>
                </a:tc>
                <a:extLst>
                  <a:ext uri="{0D108BD9-81ED-4DB2-BD59-A6C34878D82A}">
                    <a16:rowId xmlns:a16="http://schemas.microsoft.com/office/drawing/2014/main" val="915423618"/>
                  </a:ext>
                </a:extLst>
              </a:tr>
              <a:tr h="0">
                <a:tc>
                  <a:txBody>
                    <a:bodyPr/>
                    <a:lstStyle/>
                    <a:p>
                      <a:pPr>
                        <a:buNone/>
                      </a:pPr>
                      <a:r>
                        <a:rPr lang="en-US" sz="1600"/>
                        <a:t>Evidence Grounding</a:t>
                      </a:r>
                    </a:p>
                  </a:txBody>
                  <a:tcPr anchor="ctr"/>
                </a:tc>
                <a:tc>
                  <a:txBody>
                    <a:bodyPr/>
                    <a:lstStyle/>
                    <a:p>
                      <a:pPr>
                        <a:buNone/>
                      </a:pPr>
                      <a:r>
                        <a:rPr lang="en-US" sz="1600"/>
                        <a:t>Does the explanation use the actual model results?</a:t>
                      </a:r>
                    </a:p>
                  </a:txBody>
                  <a:tcPr anchor="ctr"/>
                </a:tc>
                <a:extLst>
                  <a:ext uri="{0D108BD9-81ED-4DB2-BD59-A6C34878D82A}">
                    <a16:rowId xmlns:a16="http://schemas.microsoft.com/office/drawing/2014/main" val="2748726920"/>
                  </a:ext>
                </a:extLst>
              </a:tr>
              <a:tr h="0">
                <a:tc>
                  <a:txBody>
                    <a:bodyPr/>
                    <a:lstStyle/>
                    <a:p>
                      <a:pPr>
                        <a:buNone/>
                      </a:pPr>
                      <a:r>
                        <a:rPr lang="en-US" sz="1600"/>
                        <a:t>Reasoning Correctness</a:t>
                      </a:r>
                    </a:p>
                  </a:txBody>
                  <a:tcPr anchor="ctr"/>
                </a:tc>
                <a:tc>
                  <a:txBody>
                    <a:bodyPr/>
                    <a:lstStyle/>
                    <a:p>
                      <a:pPr>
                        <a:buNone/>
                      </a:pPr>
                      <a:r>
                        <a:rPr lang="en-US" sz="1600"/>
                        <a:t>Does the reasoning correctly connect the results to the conclusion?</a:t>
                      </a:r>
                    </a:p>
                  </a:txBody>
                  <a:tcPr anchor="ctr"/>
                </a:tc>
                <a:extLst>
                  <a:ext uri="{0D108BD9-81ED-4DB2-BD59-A6C34878D82A}">
                    <a16:rowId xmlns:a16="http://schemas.microsoft.com/office/drawing/2014/main" val="3404509659"/>
                  </a:ext>
                </a:extLst>
              </a:tr>
              <a:tr h="0">
                <a:tc>
                  <a:txBody>
                    <a:bodyPr/>
                    <a:lstStyle/>
                    <a:p>
                      <a:pPr>
                        <a:buNone/>
                      </a:pPr>
                      <a:r>
                        <a:rPr lang="en-US" sz="1600"/>
                        <a:t>Coverage of Important Findings</a:t>
                      </a:r>
                    </a:p>
                  </a:txBody>
                  <a:tcPr anchor="ctr"/>
                </a:tc>
                <a:tc>
                  <a:txBody>
                    <a:bodyPr/>
                    <a:lstStyle/>
                    <a:p>
                      <a:pPr>
                        <a:buNone/>
                      </a:pPr>
                      <a:r>
                        <a:rPr lang="en-US" sz="1600"/>
                        <a:t>Does the explanation include the main important findings?</a:t>
                      </a:r>
                    </a:p>
                  </a:txBody>
                  <a:tcPr anchor="ctr"/>
                </a:tc>
                <a:extLst>
                  <a:ext uri="{0D108BD9-81ED-4DB2-BD59-A6C34878D82A}">
                    <a16:rowId xmlns:a16="http://schemas.microsoft.com/office/drawing/2014/main" val="1624450053"/>
                  </a:ext>
                </a:extLst>
              </a:tr>
              <a:tr h="0">
                <a:tc>
                  <a:txBody>
                    <a:bodyPr/>
                    <a:lstStyle/>
                    <a:p>
                      <a:pPr>
                        <a:buNone/>
                      </a:pPr>
                      <a:r>
                        <a:rPr lang="en-US" sz="1600"/>
                        <a:t>Explanatory Usefulness</a:t>
                      </a:r>
                    </a:p>
                  </a:txBody>
                  <a:tcPr anchor="ctr"/>
                </a:tc>
                <a:tc>
                  <a:txBody>
                    <a:bodyPr/>
                    <a:lstStyle/>
                    <a:p>
                      <a:pPr>
                        <a:buNone/>
                      </a:pPr>
                      <a:r>
                        <a:rPr lang="en-US" sz="1600"/>
                        <a:t>Does the explanation clearly explain what the results mean?</a:t>
                      </a:r>
                    </a:p>
                  </a:txBody>
                  <a:tcPr anchor="ctr"/>
                </a:tc>
                <a:extLst>
                  <a:ext uri="{0D108BD9-81ED-4DB2-BD59-A6C34878D82A}">
                    <a16:rowId xmlns:a16="http://schemas.microsoft.com/office/drawing/2014/main" val="2085866765"/>
                  </a:ext>
                </a:extLst>
              </a:tr>
              <a:tr h="0">
                <a:tc>
                  <a:txBody>
                    <a:bodyPr/>
                    <a:lstStyle/>
                    <a:p>
                      <a:pPr>
                        <a:buNone/>
                      </a:pPr>
                      <a:r>
                        <a:rPr lang="en-US" sz="1600"/>
                        <a:t>Appropriate Interpretation</a:t>
                      </a:r>
                    </a:p>
                  </a:txBody>
                  <a:tcPr anchor="ctr"/>
                </a:tc>
                <a:tc>
                  <a:txBody>
                    <a:bodyPr/>
                    <a:lstStyle/>
                    <a:p>
                      <a:pPr>
                        <a:buNone/>
                      </a:pPr>
                      <a:r>
                        <a:rPr lang="en-US" sz="1600"/>
                        <a:t>Does the explanation avoid unsupported or overstated claims?</a:t>
                      </a:r>
                    </a:p>
                  </a:txBody>
                  <a:tcPr anchor="ctr"/>
                </a:tc>
                <a:extLst>
                  <a:ext uri="{0D108BD9-81ED-4DB2-BD59-A6C34878D82A}">
                    <a16:rowId xmlns:a16="http://schemas.microsoft.com/office/drawing/2014/main" val="2170815501"/>
                  </a:ext>
                </a:extLst>
              </a:tr>
            </a:tbl>
          </a:graphicData>
        </a:graphic>
      </p:graphicFrame>
    </p:spTree>
    <p:extLst>
      <p:ext uri="{BB962C8B-B14F-4D97-AF65-F5344CB8AC3E}">
        <p14:creationId xmlns:p14="http://schemas.microsoft.com/office/powerpoint/2010/main" val="1937681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9ED33BA-7CDC-0644-B303-14633933544A}"/>
              </a:ext>
            </a:extLst>
          </p:cNvPr>
          <p:cNvPicPr>
            <a:picLocks noChangeAspect="1"/>
          </p:cNvPicPr>
          <p:nvPr/>
        </p:nvPicPr>
        <p:blipFill>
          <a:blip r:embed="rId2"/>
          <a:stretch>
            <a:fillRect/>
          </a:stretch>
        </p:blipFill>
        <p:spPr>
          <a:xfrm>
            <a:off x="977067" y="298503"/>
            <a:ext cx="10081457" cy="6060577"/>
          </a:xfrm>
          <a:prstGeom prst="rect">
            <a:avLst/>
          </a:prstGeom>
        </p:spPr>
      </p:pic>
    </p:spTree>
    <p:extLst>
      <p:ext uri="{BB962C8B-B14F-4D97-AF65-F5344CB8AC3E}">
        <p14:creationId xmlns:p14="http://schemas.microsoft.com/office/powerpoint/2010/main" val="826776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4E9CD-B361-B2EC-B284-5FACB20F00A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D47EA3C-C0EC-60E4-4A5F-1417E81D4942}"/>
              </a:ext>
            </a:extLst>
          </p:cNvPr>
          <p:cNvPicPr>
            <a:picLocks noChangeAspect="1"/>
          </p:cNvPicPr>
          <p:nvPr/>
        </p:nvPicPr>
        <p:blipFill>
          <a:blip r:embed="rId2"/>
          <a:stretch>
            <a:fillRect/>
          </a:stretch>
        </p:blipFill>
        <p:spPr>
          <a:xfrm>
            <a:off x="952500" y="125644"/>
            <a:ext cx="10287000" cy="6372249"/>
          </a:xfrm>
          <a:prstGeom prst="rect">
            <a:avLst/>
          </a:prstGeom>
        </p:spPr>
      </p:pic>
    </p:spTree>
    <p:extLst>
      <p:ext uri="{BB962C8B-B14F-4D97-AF65-F5344CB8AC3E}">
        <p14:creationId xmlns:p14="http://schemas.microsoft.com/office/powerpoint/2010/main" val="1443528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8DC38-BC8C-4B5B-FA86-E2F3B1195BC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9DA90BC-02C3-E9C3-2F50-227C385A9322}"/>
              </a:ext>
            </a:extLst>
          </p:cNvPr>
          <p:cNvPicPr>
            <a:picLocks noChangeAspect="1"/>
          </p:cNvPicPr>
          <p:nvPr/>
        </p:nvPicPr>
        <p:blipFill>
          <a:blip r:embed="rId2"/>
          <a:stretch>
            <a:fillRect/>
          </a:stretch>
        </p:blipFill>
        <p:spPr>
          <a:xfrm>
            <a:off x="547320" y="901496"/>
            <a:ext cx="9075152" cy="5768933"/>
          </a:xfrm>
          <a:prstGeom prst="rect">
            <a:avLst/>
          </a:prstGeom>
        </p:spPr>
      </p:pic>
      <p:sp>
        <p:nvSpPr>
          <p:cNvPr id="7" name="TextBox 6">
            <a:extLst>
              <a:ext uri="{FF2B5EF4-FFF2-40B4-BE49-F238E27FC236}">
                <a16:creationId xmlns:a16="http://schemas.microsoft.com/office/drawing/2014/main" id="{754C4588-46F7-0989-9EAB-D89C4C6D8524}"/>
              </a:ext>
            </a:extLst>
          </p:cNvPr>
          <p:cNvSpPr txBox="1"/>
          <p:nvPr/>
        </p:nvSpPr>
        <p:spPr>
          <a:xfrm>
            <a:off x="3847367" y="281354"/>
            <a:ext cx="4311894" cy="369332"/>
          </a:xfrm>
          <a:prstGeom prst="rect">
            <a:avLst/>
          </a:prstGeom>
          <a:noFill/>
        </p:spPr>
        <p:txBody>
          <a:bodyPr wrap="square" rtlCol="0">
            <a:spAutoFit/>
          </a:bodyPr>
          <a:lstStyle/>
          <a:p>
            <a:r>
              <a:rPr lang="en-US" dirty="0"/>
              <a:t>Minimal context Qwen</a:t>
            </a:r>
          </a:p>
        </p:txBody>
      </p:sp>
    </p:spTree>
    <p:extLst>
      <p:ext uri="{BB962C8B-B14F-4D97-AF65-F5344CB8AC3E}">
        <p14:creationId xmlns:p14="http://schemas.microsoft.com/office/powerpoint/2010/main" val="4172148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14BE6-4B0E-51A3-46EA-7CCFF9E3C4E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61BF488-9969-4AB9-6010-609C43930838}"/>
              </a:ext>
            </a:extLst>
          </p:cNvPr>
          <p:cNvSpPr txBox="1"/>
          <p:nvPr/>
        </p:nvSpPr>
        <p:spPr>
          <a:xfrm>
            <a:off x="4034936" y="426817"/>
            <a:ext cx="3338879" cy="369332"/>
          </a:xfrm>
          <a:prstGeom prst="rect">
            <a:avLst/>
          </a:prstGeom>
          <a:noFill/>
        </p:spPr>
        <p:txBody>
          <a:bodyPr wrap="square" rtlCol="0">
            <a:spAutoFit/>
          </a:bodyPr>
          <a:lstStyle/>
          <a:p>
            <a:r>
              <a:rPr lang="en-US" dirty="0"/>
              <a:t>Minimal context GPT</a:t>
            </a:r>
          </a:p>
        </p:txBody>
      </p:sp>
      <p:pic>
        <p:nvPicPr>
          <p:cNvPr id="9" name="Picture 8">
            <a:extLst>
              <a:ext uri="{FF2B5EF4-FFF2-40B4-BE49-F238E27FC236}">
                <a16:creationId xmlns:a16="http://schemas.microsoft.com/office/drawing/2014/main" id="{7ABECC53-9553-1A0B-CE35-454D03E00FB5}"/>
              </a:ext>
            </a:extLst>
          </p:cNvPr>
          <p:cNvPicPr>
            <a:picLocks noChangeAspect="1"/>
          </p:cNvPicPr>
          <p:nvPr/>
        </p:nvPicPr>
        <p:blipFill>
          <a:blip r:embed="rId2"/>
          <a:stretch>
            <a:fillRect/>
          </a:stretch>
        </p:blipFill>
        <p:spPr>
          <a:xfrm>
            <a:off x="621324" y="1100173"/>
            <a:ext cx="9501554" cy="5757827"/>
          </a:xfrm>
          <a:prstGeom prst="rect">
            <a:avLst/>
          </a:prstGeom>
        </p:spPr>
      </p:pic>
    </p:spTree>
    <p:extLst>
      <p:ext uri="{BB962C8B-B14F-4D97-AF65-F5344CB8AC3E}">
        <p14:creationId xmlns:p14="http://schemas.microsoft.com/office/powerpoint/2010/main" val="897227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F89E9E-75C8-160C-F476-EE72B3FDE1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8950" y="3927609"/>
            <a:ext cx="4215255" cy="2930391"/>
          </a:xfrm>
          <a:prstGeom prst="rect">
            <a:avLst/>
          </a:prstGeom>
        </p:spPr>
      </p:pic>
      <p:pic>
        <p:nvPicPr>
          <p:cNvPr id="7" name="Picture 6">
            <a:extLst>
              <a:ext uri="{FF2B5EF4-FFF2-40B4-BE49-F238E27FC236}">
                <a16:creationId xmlns:a16="http://schemas.microsoft.com/office/drawing/2014/main" id="{091E8971-88AB-4DAE-8F85-6A5B65D353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6445" y="3781694"/>
            <a:ext cx="4560420" cy="2930391"/>
          </a:xfrm>
          <a:prstGeom prst="rect">
            <a:avLst/>
          </a:prstGeom>
        </p:spPr>
      </p:pic>
      <p:pic>
        <p:nvPicPr>
          <p:cNvPr id="9" name="Picture 8">
            <a:extLst>
              <a:ext uri="{FF2B5EF4-FFF2-40B4-BE49-F238E27FC236}">
                <a16:creationId xmlns:a16="http://schemas.microsoft.com/office/drawing/2014/main" id="{E94CE880-E739-A2D0-C49E-8F0C4405AC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0786" y="844545"/>
            <a:ext cx="4241806" cy="2746698"/>
          </a:xfrm>
          <a:prstGeom prst="rect">
            <a:avLst/>
          </a:prstGeom>
        </p:spPr>
      </p:pic>
      <p:pic>
        <p:nvPicPr>
          <p:cNvPr id="11" name="Picture 10">
            <a:extLst>
              <a:ext uri="{FF2B5EF4-FFF2-40B4-BE49-F238E27FC236}">
                <a16:creationId xmlns:a16="http://schemas.microsoft.com/office/drawing/2014/main" id="{EF0451DF-45A3-139A-89EF-1FBF9DB94C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75929" y="844545"/>
            <a:ext cx="3817705" cy="2746699"/>
          </a:xfrm>
          <a:prstGeom prst="rect">
            <a:avLst/>
          </a:prstGeom>
        </p:spPr>
      </p:pic>
      <p:pic>
        <p:nvPicPr>
          <p:cNvPr id="13" name="Picture 12">
            <a:extLst>
              <a:ext uri="{FF2B5EF4-FFF2-40B4-BE49-F238E27FC236}">
                <a16:creationId xmlns:a16="http://schemas.microsoft.com/office/drawing/2014/main" id="{C9463DD3-A04B-F504-BCF1-07AD93E5A2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697" y="754741"/>
            <a:ext cx="3859162" cy="2787458"/>
          </a:xfrm>
          <a:prstGeom prst="rect">
            <a:avLst/>
          </a:prstGeom>
        </p:spPr>
      </p:pic>
      <p:sp>
        <p:nvSpPr>
          <p:cNvPr id="15" name="TextBox 14">
            <a:extLst>
              <a:ext uri="{FF2B5EF4-FFF2-40B4-BE49-F238E27FC236}">
                <a16:creationId xmlns:a16="http://schemas.microsoft.com/office/drawing/2014/main" id="{2905DEEB-20BE-1EA8-509B-7B087E69A328}"/>
              </a:ext>
            </a:extLst>
          </p:cNvPr>
          <p:cNvSpPr txBox="1"/>
          <p:nvPr/>
        </p:nvSpPr>
        <p:spPr>
          <a:xfrm>
            <a:off x="87801" y="330580"/>
            <a:ext cx="6031149" cy="369332"/>
          </a:xfrm>
          <a:prstGeom prst="rect">
            <a:avLst/>
          </a:prstGeom>
          <a:noFill/>
        </p:spPr>
        <p:txBody>
          <a:bodyPr wrap="square" rtlCol="0">
            <a:spAutoFit/>
          </a:bodyPr>
          <a:lstStyle/>
          <a:p>
            <a:r>
              <a:rPr lang="en-US" dirty="0"/>
              <a:t>Qwen 5 Replicas, seed 42 , temp 1</a:t>
            </a:r>
          </a:p>
        </p:txBody>
      </p:sp>
      <p:sp>
        <p:nvSpPr>
          <p:cNvPr id="3" name="TextBox 2">
            <a:extLst>
              <a:ext uri="{FF2B5EF4-FFF2-40B4-BE49-F238E27FC236}">
                <a16:creationId xmlns:a16="http://schemas.microsoft.com/office/drawing/2014/main" id="{492AB3F0-88B4-48B4-9A68-5CE736C3E86F}"/>
              </a:ext>
            </a:extLst>
          </p:cNvPr>
          <p:cNvSpPr txBox="1"/>
          <p:nvPr/>
        </p:nvSpPr>
        <p:spPr>
          <a:xfrm>
            <a:off x="33697" y="0"/>
            <a:ext cx="9132277" cy="369332"/>
          </a:xfrm>
          <a:prstGeom prst="rect">
            <a:avLst/>
          </a:prstGeom>
          <a:noFill/>
        </p:spPr>
        <p:txBody>
          <a:bodyPr wrap="square" rtlCol="0">
            <a:spAutoFit/>
          </a:bodyPr>
          <a:lstStyle/>
          <a:p>
            <a:r>
              <a:rPr lang="en-US" dirty="0">
                <a:latin typeface="Aptos Black" panose="020F0502020204030204" pitchFamily="34" charset="0"/>
              </a:rPr>
              <a:t>Selection Agent Replica Results </a:t>
            </a:r>
          </a:p>
        </p:txBody>
      </p:sp>
    </p:spTree>
    <p:extLst>
      <p:ext uri="{BB962C8B-B14F-4D97-AF65-F5344CB8AC3E}">
        <p14:creationId xmlns:p14="http://schemas.microsoft.com/office/powerpoint/2010/main" val="617931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3EF5A9-821C-481D-6E92-B14DB72321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5503" y="3711698"/>
            <a:ext cx="3845175" cy="2935288"/>
          </a:xfrm>
          <a:prstGeom prst="rect">
            <a:avLst/>
          </a:prstGeom>
        </p:spPr>
      </p:pic>
      <p:pic>
        <p:nvPicPr>
          <p:cNvPr id="5" name="Picture 4">
            <a:extLst>
              <a:ext uri="{FF2B5EF4-FFF2-40B4-BE49-F238E27FC236}">
                <a16:creationId xmlns:a16="http://schemas.microsoft.com/office/drawing/2014/main" id="{65B272E9-B43B-6981-A783-72B5A013AF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6733" y="3715618"/>
            <a:ext cx="3845175" cy="2931368"/>
          </a:xfrm>
          <a:prstGeom prst="rect">
            <a:avLst/>
          </a:prstGeom>
        </p:spPr>
      </p:pic>
      <p:pic>
        <p:nvPicPr>
          <p:cNvPr id="7" name="Picture 6">
            <a:extLst>
              <a:ext uri="{FF2B5EF4-FFF2-40B4-BE49-F238E27FC236}">
                <a16:creationId xmlns:a16="http://schemas.microsoft.com/office/drawing/2014/main" id="{81AC30A8-5974-F82F-6308-F2AE966417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0440" y="608246"/>
            <a:ext cx="3829960" cy="2929996"/>
          </a:xfrm>
          <a:prstGeom prst="rect">
            <a:avLst/>
          </a:prstGeom>
        </p:spPr>
      </p:pic>
      <p:pic>
        <p:nvPicPr>
          <p:cNvPr id="9" name="Picture 8">
            <a:extLst>
              <a:ext uri="{FF2B5EF4-FFF2-40B4-BE49-F238E27FC236}">
                <a16:creationId xmlns:a16="http://schemas.microsoft.com/office/drawing/2014/main" id="{C415726F-C98D-1318-8A9C-33A13263FD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77641" y="692623"/>
            <a:ext cx="3722729" cy="2845619"/>
          </a:xfrm>
          <a:prstGeom prst="rect">
            <a:avLst/>
          </a:prstGeom>
        </p:spPr>
      </p:pic>
      <p:pic>
        <p:nvPicPr>
          <p:cNvPr id="11" name="Picture 10">
            <a:extLst>
              <a:ext uri="{FF2B5EF4-FFF2-40B4-BE49-F238E27FC236}">
                <a16:creationId xmlns:a16="http://schemas.microsoft.com/office/drawing/2014/main" id="{8BFD8B3F-FD29-3B84-5BBF-5AD68118AB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692623"/>
            <a:ext cx="4111562" cy="2845619"/>
          </a:xfrm>
          <a:prstGeom prst="rect">
            <a:avLst/>
          </a:prstGeom>
        </p:spPr>
      </p:pic>
      <p:sp>
        <p:nvSpPr>
          <p:cNvPr id="15" name="TextBox 14">
            <a:extLst>
              <a:ext uri="{FF2B5EF4-FFF2-40B4-BE49-F238E27FC236}">
                <a16:creationId xmlns:a16="http://schemas.microsoft.com/office/drawing/2014/main" id="{2CFE0BDB-6B56-57C6-3518-ED4B6CB89449}"/>
              </a:ext>
            </a:extLst>
          </p:cNvPr>
          <p:cNvSpPr txBox="1"/>
          <p:nvPr/>
        </p:nvSpPr>
        <p:spPr>
          <a:xfrm>
            <a:off x="856034" y="145915"/>
            <a:ext cx="6031149" cy="369332"/>
          </a:xfrm>
          <a:prstGeom prst="rect">
            <a:avLst/>
          </a:prstGeom>
          <a:noFill/>
        </p:spPr>
        <p:txBody>
          <a:bodyPr wrap="square" rtlCol="0">
            <a:spAutoFit/>
          </a:bodyPr>
          <a:lstStyle/>
          <a:p>
            <a:r>
              <a:rPr lang="en-US" dirty="0"/>
              <a:t>GPT-OSS  5 Replicas, seed 42 , temp 1</a:t>
            </a:r>
          </a:p>
        </p:txBody>
      </p:sp>
    </p:spTree>
    <p:extLst>
      <p:ext uri="{BB962C8B-B14F-4D97-AF65-F5344CB8AC3E}">
        <p14:creationId xmlns:p14="http://schemas.microsoft.com/office/powerpoint/2010/main" val="3880692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A01B23-8D89-4A7A-77A3-EE5E5D8971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1574" y="3820042"/>
            <a:ext cx="4034929" cy="2983043"/>
          </a:xfrm>
          <a:prstGeom prst="rect">
            <a:avLst/>
          </a:prstGeom>
        </p:spPr>
      </p:pic>
      <p:pic>
        <p:nvPicPr>
          <p:cNvPr id="7" name="Picture 6">
            <a:extLst>
              <a:ext uri="{FF2B5EF4-FFF2-40B4-BE49-F238E27FC236}">
                <a16:creationId xmlns:a16="http://schemas.microsoft.com/office/drawing/2014/main" id="{21D6B739-CF7C-9335-E487-A5012CE19F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8431" y="3881474"/>
            <a:ext cx="4196861" cy="2805388"/>
          </a:xfrm>
          <a:prstGeom prst="rect">
            <a:avLst/>
          </a:prstGeom>
        </p:spPr>
      </p:pic>
      <p:pic>
        <p:nvPicPr>
          <p:cNvPr id="9" name="Picture 8">
            <a:extLst>
              <a:ext uri="{FF2B5EF4-FFF2-40B4-BE49-F238E27FC236}">
                <a16:creationId xmlns:a16="http://schemas.microsoft.com/office/drawing/2014/main" id="{BA1A9ECB-7C36-31EC-E755-D0F41F26FB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8167" y="982826"/>
            <a:ext cx="3790756" cy="2545728"/>
          </a:xfrm>
          <a:prstGeom prst="rect">
            <a:avLst/>
          </a:prstGeom>
        </p:spPr>
      </p:pic>
      <p:pic>
        <p:nvPicPr>
          <p:cNvPr id="11" name="Picture 10">
            <a:extLst>
              <a:ext uri="{FF2B5EF4-FFF2-40B4-BE49-F238E27FC236}">
                <a16:creationId xmlns:a16="http://schemas.microsoft.com/office/drawing/2014/main" id="{4BA664F4-FFB8-5630-3B00-B0291EB9D5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62399" y="982826"/>
            <a:ext cx="3790755" cy="2533927"/>
          </a:xfrm>
          <a:prstGeom prst="rect">
            <a:avLst/>
          </a:prstGeom>
        </p:spPr>
      </p:pic>
      <p:pic>
        <p:nvPicPr>
          <p:cNvPr id="13" name="Picture 12">
            <a:extLst>
              <a:ext uri="{FF2B5EF4-FFF2-40B4-BE49-F238E27FC236}">
                <a16:creationId xmlns:a16="http://schemas.microsoft.com/office/drawing/2014/main" id="{E3A4A827-2A54-2DEB-DDF4-43A4916CB7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982826"/>
            <a:ext cx="3704492" cy="2471312"/>
          </a:xfrm>
          <a:prstGeom prst="rect">
            <a:avLst/>
          </a:prstGeom>
        </p:spPr>
      </p:pic>
      <p:sp>
        <p:nvSpPr>
          <p:cNvPr id="15" name="TextBox 14">
            <a:extLst>
              <a:ext uri="{FF2B5EF4-FFF2-40B4-BE49-F238E27FC236}">
                <a16:creationId xmlns:a16="http://schemas.microsoft.com/office/drawing/2014/main" id="{70FECF71-790A-5F33-BB3F-6F1EBCEE3ED8}"/>
              </a:ext>
            </a:extLst>
          </p:cNvPr>
          <p:cNvSpPr txBox="1"/>
          <p:nvPr/>
        </p:nvSpPr>
        <p:spPr>
          <a:xfrm>
            <a:off x="856034" y="145915"/>
            <a:ext cx="6031149" cy="369332"/>
          </a:xfrm>
          <a:prstGeom prst="rect">
            <a:avLst/>
          </a:prstGeom>
          <a:noFill/>
        </p:spPr>
        <p:txBody>
          <a:bodyPr wrap="square" rtlCol="0">
            <a:spAutoFit/>
          </a:bodyPr>
          <a:lstStyle/>
          <a:p>
            <a:r>
              <a:rPr lang="en-US" dirty="0"/>
              <a:t>Qwen 5 Replicas, seed 42 , temp 0.7</a:t>
            </a:r>
          </a:p>
        </p:txBody>
      </p:sp>
    </p:spTree>
    <p:extLst>
      <p:ext uri="{BB962C8B-B14F-4D97-AF65-F5344CB8AC3E}">
        <p14:creationId xmlns:p14="http://schemas.microsoft.com/office/powerpoint/2010/main" val="1202038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4161A5-9106-C427-19FA-4D252254EB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0646" y="3868323"/>
            <a:ext cx="4077557" cy="2805359"/>
          </a:xfrm>
          <a:prstGeom prst="rect">
            <a:avLst/>
          </a:prstGeom>
        </p:spPr>
      </p:pic>
      <p:pic>
        <p:nvPicPr>
          <p:cNvPr id="5" name="Picture 4">
            <a:extLst>
              <a:ext uri="{FF2B5EF4-FFF2-40B4-BE49-F238E27FC236}">
                <a16:creationId xmlns:a16="http://schemas.microsoft.com/office/drawing/2014/main" id="{AC563F4B-3633-DB7F-B238-AFE6C05B62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3737" y="3868323"/>
            <a:ext cx="4194663" cy="2904861"/>
          </a:xfrm>
          <a:prstGeom prst="rect">
            <a:avLst/>
          </a:prstGeom>
        </p:spPr>
      </p:pic>
      <p:pic>
        <p:nvPicPr>
          <p:cNvPr id="7" name="Picture 6">
            <a:extLst>
              <a:ext uri="{FF2B5EF4-FFF2-40B4-BE49-F238E27FC236}">
                <a16:creationId xmlns:a16="http://schemas.microsoft.com/office/drawing/2014/main" id="{40819E46-0371-F6B6-8962-08241517E5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70985" y="684455"/>
            <a:ext cx="3894560" cy="2705859"/>
          </a:xfrm>
          <a:prstGeom prst="rect">
            <a:avLst/>
          </a:prstGeom>
        </p:spPr>
      </p:pic>
      <p:pic>
        <p:nvPicPr>
          <p:cNvPr id="9" name="Picture 8">
            <a:extLst>
              <a:ext uri="{FF2B5EF4-FFF2-40B4-BE49-F238E27FC236}">
                <a16:creationId xmlns:a16="http://schemas.microsoft.com/office/drawing/2014/main" id="{69469FBF-3B9D-C4AF-F6D4-80206918C4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48720" y="723142"/>
            <a:ext cx="3894559" cy="2705858"/>
          </a:xfrm>
          <a:prstGeom prst="rect">
            <a:avLst/>
          </a:prstGeom>
        </p:spPr>
      </p:pic>
      <p:pic>
        <p:nvPicPr>
          <p:cNvPr id="11" name="Picture 10">
            <a:extLst>
              <a:ext uri="{FF2B5EF4-FFF2-40B4-BE49-F238E27FC236}">
                <a16:creationId xmlns:a16="http://schemas.microsoft.com/office/drawing/2014/main" id="{253C42D8-FCE3-FC69-CDAB-7B67AD10724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086" y="684455"/>
            <a:ext cx="3883302" cy="2876135"/>
          </a:xfrm>
          <a:prstGeom prst="rect">
            <a:avLst/>
          </a:prstGeom>
        </p:spPr>
      </p:pic>
      <p:sp>
        <p:nvSpPr>
          <p:cNvPr id="13" name="TextBox 12">
            <a:extLst>
              <a:ext uri="{FF2B5EF4-FFF2-40B4-BE49-F238E27FC236}">
                <a16:creationId xmlns:a16="http://schemas.microsoft.com/office/drawing/2014/main" id="{BBDCF53E-EF03-149D-1850-2CAC033FD394}"/>
              </a:ext>
            </a:extLst>
          </p:cNvPr>
          <p:cNvSpPr txBox="1"/>
          <p:nvPr/>
        </p:nvSpPr>
        <p:spPr>
          <a:xfrm>
            <a:off x="856034" y="145915"/>
            <a:ext cx="6031149" cy="369332"/>
          </a:xfrm>
          <a:prstGeom prst="rect">
            <a:avLst/>
          </a:prstGeom>
          <a:noFill/>
        </p:spPr>
        <p:txBody>
          <a:bodyPr wrap="square" rtlCol="0">
            <a:spAutoFit/>
          </a:bodyPr>
          <a:lstStyle/>
          <a:p>
            <a:r>
              <a:rPr lang="en-US" dirty="0"/>
              <a:t>GPT-OSS 5 Replicas, seed 42 , temp 0.7</a:t>
            </a:r>
          </a:p>
        </p:txBody>
      </p:sp>
    </p:spTree>
    <p:extLst>
      <p:ext uri="{BB962C8B-B14F-4D97-AF65-F5344CB8AC3E}">
        <p14:creationId xmlns:p14="http://schemas.microsoft.com/office/powerpoint/2010/main" val="922956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1009E0-95A2-DB7D-354D-2DF894314B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3799992"/>
            <a:ext cx="3780943" cy="3129810"/>
          </a:xfrm>
          <a:prstGeom prst="rect">
            <a:avLst/>
          </a:prstGeom>
        </p:spPr>
      </p:pic>
      <p:pic>
        <p:nvPicPr>
          <p:cNvPr id="5" name="Picture 4">
            <a:extLst>
              <a:ext uri="{FF2B5EF4-FFF2-40B4-BE49-F238E27FC236}">
                <a16:creationId xmlns:a16="http://schemas.microsoft.com/office/drawing/2014/main" id="{3B3B0BE5-448D-8376-C90E-B5253B5250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1997" y="3799991"/>
            <a:ext cx="3639203" cy="3022121"/>
          </a:xfrm>
          <a:prstGeom prst="rect">
            <a:avLst/>
          </a:prstGeom>
        </p:spPr>
      </p:pic>
      <p:pic>
        <p:nvPicPr>
          <p:cNvPr id="7" name="Picture 6">
            <a:extLst>
              <a:ext uri="{FF2B5EF4-FFF2-40B4-BE49-F238E27FC236}">
                <a16:creationId xmlns:a16="http://schemas.microsoft.com/office/drawing/2014/main" id="{51408FE7-7751-9066-F578-DEA397031E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55769" y="591408"/>
            <a:ext cx="3751385" cy="3098970"/>
          </a:xfrm>
          <a:prstGeom prst="rect">
            <a:avLst/>
          </a:prstGeom>
        </p:spPr>
      </p:pic>
      <p:pic>
        <p:nvPicPr>
          <p:cNvPr id="9" name="Picture 8">
            <a:extLst>
              <a:ext uri="{FF2B5EF4-FFF2-40B4-BE49-F238E27FC236}">
                <a16:creationId xmlns:a16="http://schemas.microsoft.com/office/drawing/2014/main" id="{D309A3BB-E0A7-2D4A-2538-8F362975E7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47921" y="560424"/>
            <a:ext cx="3853373" cy="3194390"/>
          </a:xfrm>
          <a:prstGeom prst="rect">
            <a:avLst/>
          </a:prstGeom>
        </p:spPr>
      </p:pic>
      <p:pic>
        <p:nvPicPr>
          <p:cNvPr id="11" name="Picture 10">
            <a:extLst>
              <a:ext uri="{FF2B5EF4-FFF2-40B4-BE49-F238E27FC236}">
                <a16:creationId xmlns:a16="http://schemas.microsoft.com/office/drawing/2014/main" id="{E763E938-CB33-04C2-5A97-3EDA1A14B2E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492" y="547225"/>
            <a:ext cx="3780943" cy="3278340"/>
          </a:xfrm>
          <a:prstGeom prst="rect">
            <a:avLst/>
          </a:prstGeom>
        </p:spPr>
      </p:pic>
      <p:sp>
        <p:nvSpPr>
          <p:cNvPr id="12" name="TextBox 11">
            <a:extLst>
              <a:ext uri="{FF2B5EF4-FFF2-40B4-BE49-F238E27FC236}">
                <a16:creationId xmlns:a16="http://schemas.microsoft.com/office/drawing/2014/main" id="{4D77015D-017E-D85F-2EAA-3ED389600083}"/>
              </a:ext>
            </a:extLst>
          </p:cNvPr>
          <p:cNvSpPr txBox="1"/>
          <p:nvPr/>
        </p:nvSpPr>
        <p:spPr>
          <a:xfrm>
            <a:off x="856034" y="145915"/>
            <a:ext cx="6031149" cy="369332"/>
          </a:xfrm>
          <a:prstGeom prst="rect">
            <a:avLst/>
          </a:prstGeom>
          <a:noFill/>
        </p:spPr>
        <p:txBody>
          <a:bodyPr wrap="square" rtlCol="0">
            <a:spAutoFit/>
          </a:bodyPr>
          <a:lstStyle/>
          <a:p>
            <a:r>
              <a:rPr lang="en-US" dirty="0"/>
              <a:t>GPT-OSS 5 Replicas, seed 42 , temp 0.2</a:t>
            </a:r>
          </a:p>
        </p:txBody>
      </p:sp>
    </p:spTree>
    <p:extLst>
      <p:ext uri="{BB962C8B-B14F-4D97-AF65-F5344CB8AC3E}">
        <p14:creationId xmlns:p14="http://schemas.microsoft.com/office/powerpoint/2010/main" val="2953646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85020B2-4487-E02F-CBC7-572688E14C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0212" y="3627898"/>
            <a:ext cx="3725835" cy="3245992"/>
          </a:xfrm>
          <a:prstGeom prst="rect">
            <a:avLst/>
          </a:prstGeom>
        </p:spPr>
      </p:pic>
      <p:pic>
        <p:nvPicPr>
          <p:cNvPr id="15" name="Picture 14">
            <a:extLst>
              <a:ext uri="{FF2B5EF4-FFF2-40B4-BE49-F238E27FC236}">
                <a16:creationId xmlns:a16="http://schemas.microsoft.com/office/drawing/2014/main" id="{C4DC73F4-1B6A-592E-A309-ED36AC1641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8957" y="3627898"/>
            <a:ext cx="3995921" cy="3163943"/>
          </a:xfrm>
          <a:prstGeom prst="rect">
            <a:avLst/>
          </a:prstGeom>
        </p:spPr>
      </p:pic>
      <p:pic>
        <p:nvPicPr>
          <p:cNvPr id="17" name="Picture 16">
            <a:extLst>
              <a:ext uri="{FF2B5EF4-FFF2-40B4-BE49-F238E27FC236}">
                <a16:creationId xmlns:a16="http://schemas.microsoft.com/office/drawing/2014/main" id="{9AA13684-9074-14E2-BB60-72437CEA56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77199" y="552926"/>
            <a:ext cx="3917917" cy="3074972"/>
          </a:xfrm>
          <a:prstGeom prst="rect">
            <a:avLst/>
          </a:prstGeom>
        </p:spPr>
      </p:pic>
      <p:pic>
        <p:nvPicPr>
          <p:cNvPr id="19" name="Picture 18">
            <a:extLst>
              <a:ext uri="{FF2B5EF4-FFF2-40B4-BE49-F238E27FC236}">
                <a16:creationId xmlns:a16="http://schemas.microsoft.com/office/drawing/2014/main" id="{5A9F2398-1C1E-47E2-B8BA-266EBFD143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21230" y="587391"/>
            <a:ext cx="3787296" cy="2986026"/>
          </a:xfrm>
          <a:prstGeom prst="rect">
            <a:avLst/>
          </a:prstGeom>
        </p:spPr>
      </p:pic>
      <p:pic>
        <p:nvPicPr>
          <p:cNvPr id="21" name="Picture 20">
            <a:extLst>
              <a:ext uri="{FF2B5EF4-FFF2-40B4-BE49-F238E27FC236}">
                <a16:creationId xmlns:a16="http://schemas.microsoft.com/office/drawing/2014/main" id="{95FD8893-C304-9EB1-E814-5D9F640691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7486" y="577873"/>
            <a:ext cx="3787297" cy="3002335"/>
          </a:xfrm>
          <a:prstGeom prst="rect">
            <a:avLst/>
          </a:prstGeom>
        </p:spPr>
      </p:pic>
      <p:sp>
        <p:nvSpPr>
          <p:cNvPr id="23" name="TextBox 22">
            <a:extLst>
              <a:ext uri="{FF2B5EF4-FFF2-40B4-BE49-F238E27FC236}">
                <a16:creationId xmlns:a16="http://schemas.microsoft.com/office/drawing/2014/main" id="{82394CE8-B381-C9F2-77B3-8E0A37FE229A}"/>
              </a:ext>
            </a:extLst>
          </p:cNvPr>
          <p:cNvSpPr txBox="1"/>
          <p:nvPr/>
        </p:nvSpPr>
        <p:spPr>
          <a:xfrm>
            <a:off x="433893" y="138848"/>
            <a:ext cx="6031149" cy="369332"/>
          </a:xfrm>
          <a:prstGeom prst="rect">
            <a:avLst/>
          </a:prstGeom>
          <a:noFill/>
        </p:spPr>
        <p:txBody>
          <a:bodyPr wrap="square" rtlCol="0">
            <a:spAutoFit/>
          </a:bodyPr>
          <a:lstStyle/>
          <a:p>
            <a:r>
              <a:rPr lang="en-US" dirty="0"/>
              <a:t>Qwen 5 Replicas, seed 42 , temp 0.2</a:t>
            </a:r>
          </a:p>
        </p:txBody>
      </p:sp>
    </p:spTree>
    <p:extLst>
      <p:ext uri="{BB962C8B-B14F-4D97-AF65-F5344CB8AC3E}">
        <p14:creationId xmlns:p14="http://schemas.microsoft.com/office/powerpoint/2010/main" val="683874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F603D0-A88D-C6C2-F572-A6359D16CD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563" y="694944"/>
            <a:ext cx="3525025" cy="3056442"/>
          </a:xfrm>
          <a:prstGeom prst="rect">
            <a:avLst/>
          </a:prstGeom>
        </p:spPr>
      </p:pic>
      <p:pic>
        <p:nvPicPr>
          <p:cNvPr id="5" name="Picture 4">
            <a:extLst>
              <a:ext uri="{FF2B5EF4-FFF2-40B4-BE49-F238E27FC236}">
                <a16:creationId xmlns:a16="http://schemas.microsoft.com/office/drawing/2014/main" id="{32A5D078-9FBE-03D0-03E6-F1F9A8313D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0586" y="700515"/>
            <a:ext cx="3567113" cy="2957085"/>
          </a:xfrm>
          <a:prstGeom prst="rect">
            <a:avLst/>
          </a:prstGeom>
        </p:spPr>
      </p:pic>
      <p:pic>
        <p:nvPicPr>
          <p:cNvPr id="7" name="Picture 6">
            <a:extLst>
              <a:ext uri="{FF2B5EF4-FFF2-40B4-BE49-F238E27FC236}">
                <a16:creationId xmlns:a16="http://schemas.microsoft.com/office/drawing/2014/main" id="{90F8B202-72F1-182F-A7AE-8A6E6E2154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5355" y="711659"/>
            <a:ext cx="3566139" cy="2945941"/>
          </a:xfrm>
          <a:prstGeom prst="rect">
            <a:avLst/>
          </a:prstGeom>
        </p:spPr>
      </p:pic>
      <p:pic>
        <p:nvPicPr>
          <p:cNvPr id="9" name="Picture 8">
            <a:extLst>
              <a:ext uri="{FF2B5EF4-FFF2-40B4-BE49-F238E27FC236}">
                <a16:creationId xmlns:a16="http://schemas.microsoft.com/office/drawing/2014/main" id="{B07B542C-96A2-AA04-69EB-E9351DA42B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26677" y="3754947"/>
            <a:ext cx="3669323" cy="3047134"/>
          </a:xfrm>
          <a:prstGeom prst="rect">
            <a:avLst/>
          </a:prstGeom>
        </p:spPr>
      </p:pic>
      <p:pic>
        <p:nvPicPr>
          <p:cNvPr id="11" name="Picture 10">
            <a:extLst>
              <a:ext uri="{FF2B5EF4-FFF2-40B4-BE49-F238E27FC236}">
                <a16:creationId xmlns:a16="http://schemas.microsoft.com/office/drawing/2014/main" id="{0CE1C28E-8058-842D-6B0D-35AF4AF662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87708" y="3752434"/>
            <a:ext cx="3566138" cy="2951998"/>
          </a:xfrm>
          <a:prstGeom prst="rect">
            <a:avLst/>
          </a:prstGeom>
        </p:spPr>
      </p:pic>
      <p:sp>
        <p:nvSpPr>
          <p:cNvPr id="12" name="TextBox 11">
            <a:extLst>
              <a:ext uri="{FF2B5EF4-FFF2-40B4-BE49-F238E27FC236}">
                <a16:creationId xmlns:a16="http://schemas.microsoft.com/office/drawing/2014/main" id="{291185FF-875E-6973-3458-1692FCE6B319}"/>
              </a:ext>
            </a:extLst>
          </p:cNvPr>
          <p:cNvSpPr txBox="1"/>
          <p:nvPr/>
        </p:nvSpPr>
        <p:spPr>
          <a:xfrm>
            <a:off x="560832" y="170688"/>
            <a:ext cx="8971751" cy="369332"/>
          </a:xfrm>
          <a:prstGeom prst="rect">
            <a:avLst/>
          </a:prstGeom>
          <a:noFill/>
        </p:spPr>
        <p:txBody>
          <a:bodyPr wrap="square" rtlCol="0">
            <a:spAutoFit/>
          </a:bodyPr>
          <a:lstStyle/>
          <a:p>
            <a:r>
              <a:rPr lang="en-US" dirty="0"/>
              <a:t>GPT-OSS 5 Replicas, seed 42 , temp 0</a:t>
            </a:r>
          </a:p>
        </p:txBody>
      </p:sp>
    </p:spTree>
    <p:extLst>
      <p:ext uri="{BB962C8B-B14F-4D97-AF65-F5344CB8AC3E}">
        <p14:creationId xmlns:p14="http://schemas.microsoft.com/office/powerpoint/2010/main" val="2476814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BEAD36-CFF2-CF86-733B-D14583F933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80" y="472935"/>
            <a:ext cx="3918358" cy="3106232"/>
          </a:xfrm>
          <a:prstGeom prst="rect">
            <a:avLst/>
          </a:prstGeom>
        </p:spPr>
      </p:pic>
      <p:pic>
        <p:nvPicPr>
          <p:cNvPr id="5" name="Picture 4">
            <a:extLst>
              <a:ext uri="{FF2B5EF4-FFF2-40B4-BE49-F238E27FC236}">
                <a16:creationId xmlns:a16="http://schemas.microsoft.com/office/drawing/2014/main" id="{53C360E5-0BA1-22D6-87DB-C00847B11C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9717" y="472935"/>
            <a:ext cx="3938166" cy="3104977"/>
          </a:xfrm>
          <a:prstGeom prst="rect">
            <a:avLst/>
          </a:prstGeom>
        </p:spPr>
      </p:pic>
      <p:pic>
        <p:nvPicPr>
          <p:cNvPr id="7" name="Picture 6">
            <a:extLst>
              <a:ext uri="{FF2B5EF4-FFF2-40B4-BE49-F238E27FC236}">
                <a16:creationId xmlns:a16="http://schemas.microsoft.com/office/drawing/2014/main" id="{4A86A043-FE9D-D2AB-45EE-8C1401DAB2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30962" y="472935"/>
            <a:ext cx="3956148" cy="3104977"/>
          </a:xfrm>
          <a:prstGeom prst="rect">
            <a:avLst/>
          </a:prstGeom>
        </p:spPr>
      </p:pic>
      <p:pic>
        <p:nvPicPr>
          <p:cNvPr id="9" name="Picture 8">
            <a:extLst>
              <a:ext uri="{FF2B5EF4-FFF2-40B4-BE49-F238E27FC236}">
                <a16:creationId xmlns:a16="http://schemas.microsoft.com/office/drawing/2014/main" id="{F862918E-AF91-9666-E809-F5B5B90CE5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86498" y="3579167"/>
            <a:ext cx="4120281" cy="3262411"/>
          </a:xfrm>
          <a:prstGeom prst="rect">
            <a:avLst/>
          </a:prstGeom>
        </p:spPr>
      </p:pic>
      <p:pic>
        <p:nvPicPr>
          <p:cNvPr id="11" name="Picture 10">
            <a:extLst>
              <a:ext uri="{FF2B5EF4-FFF2-40B4-BE49-F238E27FC236}">
                <a16:creationId xmlns:a16="http://schemas.microsoft.com/office/drawing/2014/main" id="{5E678243-2B37-21EA-07D0-2F1C7DEEC4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65796" y="3579167"/>
            <a:ext cx="3743240" cy="3261156"/>
          </a:xfrm>
          <a:prstGeom prst="rect">
            <a:avLst/>
          </a:prstGeom>
        </p:spPr>
      </p:pic>
      <p:sp>
        <p:nvSpPr>
          <p:cNvPr id="13" name="TextBox 12">
            <a:extLst>
              <a:ext uri="{FF2B5EF4-FFF2-40B4-BE49-F238E27FC236}">
                <a16:creationId xmlns:a16="http://schemas.microsoft.com/office/drawing/2014/main" id="{2B38B963-ECFA-A8AD-5509-DF80AED578DA}"/>
              </a:ext>
            </a:extLst>
          </p:cNvPr>
          <p:cNvSpPr txBox="1"/>
          <p:nvPr/>
        </p:nvSpPr>
        <p:spPr>
          <a:xfrm>
            <a:off x="490833" y="102348"/>
            <a:ext cx="8971751" cy="369332"/>
          </a:xfrm>
          <a:prstGeom prst="rect">
            <a:avLst/>
          </a:prstGeom>
          <a:noFill/>
        </p:spPr>
        <p:txBody>
          <a:bodyPr wrap="square" rtlCol="0">
            <a:spAutoFit/>
          </a:bodyPr>
          <a:lstStyle/>
          <a:p>
            <a:r>
              <a:rPr lang="en-US" dirty="0"/>
              <a:t>Qwen 5 Replicas, seed 42 , temp 0</a:t>
            </a:r>
          </a:p>
        </p:txBody>
      </p:sp>
    </p:spTree>
    <p:extLst>
      <p:ext uri="{BB962C8B-B14F-4D97-AF65-F5344CB8AC3E}">
        <p14:creationId xmlns:p14="http://schemas.microsoft.com/office/powerpoint/2010/main" val="2266185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F0210-DAA4-2907-84C2-E91F74715365}"/>
              </a:ext>
            </a:extLst>
          </p:cNvPr>
          <p:cNvSpPr>
            <a:spLocks noGrp="1"/>
          </p:cNvSpPr>
          <p:nvPr>
            <p:ph type="title"/>
          </p:nvPr>
        </p:nvSpPr>
        <p:spPr>
          <a:xfrm>
            <a:off x="782991" y="467481"/>
            <a:ext cx="9737987" cy="501650"/>
          </a:xfrm>
        </p:spPr>
        <p:txBody>
          <a:bodyPr>
            <a:normAutofit/>
          </a:bodyPr>
          <a:lstStyle/>
          <a:p>
            <a:r>
              <a:rPr lang="en-US" sz="2000" b="1">
                <a:latin typeface="+mn-lt"/>
              </a:rPr>
              <a:t>Within-agent agreement table – 3 runs per agent</a:t>
            </a:r>
          </a:p>
        </p:txBody>
      </p:sp>
      <p:graphicFrame>
        <p:nvGraphicFramePr>
          <p:cNvPr id="4" name="Table 3">
            <a:extLst>
              <a:ext uri="{FF2B5EF4-FFF2-40B4-BE49-F238E27FC236}">
                <a16:creationId xmlns:a16="http://schemas.microsoft.com/office/drawing/2014/main" id="{78D68617-4941-FFC1-CDB4-1C3FCE0B5DFF}"/>
              </a:ext>
            </a:extLst>
          </p:cNvPr>
          <p:cNvGraphicFramePr>
            <a:graphicFrameLocks noGrp="1"/>
          </p:cNvGraphicFramePr>
          <p:nvPr/>
        </p:nvGraphicFramePr>
        <p:xfrm>
          <a:off x="782992" y="1209675"/>
          <a:ext cx="9345359" cy="2385061"/>
        </p:xfrm>
        <a:graphic>
          <a:graphicData uri="http://schemas.openxmlformats.org/drawingml/2006/table">
            <a:tbl>
              <a:tblPr firstRow="1" bandRow="1">
                <a:tableStyleId>{69012ECD-51FC-41F1-AA8D-1B2483CD663E}</a:tableStyleId>
              </a:tblPr>
              <a:tblGrid>
                <a:gridCol w="883785">
                  <a:extLst>
                    <a:ext uri="{9D8B030D-6E8A-4147-A177-3AD203B41FA5}">
                      <a16:colId xmlns:a16="http://schemas.microsoft.com/office/drawing/2014/main" val="1611237799"/>
                    </a:ext>
                  </a:extLst>
                </a:gridCol>
                <a:gridCol w="860997">
                  <a:extLst>
                    <a:ext uri="{9D8B030D-6E8A-4147-A177-3AD203B41FA5}">
                      <a16:colId xmlns:a16="http://schemas.microsoft.com/office/drawing/2014/main" val="450376531"/>
                    </a:ext>
                  </a:extLst>
                </a:gridCol>
                <a:gridCol w="873848">
                  <a:extLst>
                    <a:ext uri="{9D8B030D-6E8A-4147-A177-3AD203B41FA5}">
                      <a16:colId xmlns:a16="http://schemas.microsoft.com/office/drawing/2014/main" val="3274332471"/>
                    </a:ext>
                  </a:extLst>
                </a:gridCol>
                <a:gridCol w="1162368">
                  <a:extLst>
                    <a:ext uri="{9D8B030D-6E8A-4147-A177-3AD203B41FA5}">
                      <a16:colId xmlns:a16="http://schemas.microsoft.com/office/drawing/2014/main" val="2507387007"/>
                    </a:ext>
                  </a:extLst>
                </a:gridCol>
                <a:gridCol w="1308887">
                  <a:extLst>
                    <a:ext uri="{9D8B030D-6E8A-4147-A177-3AD203B41FA5}">
                      <a16:colId xmlns:a16="http://schemas.microsoft.com/office/drawing/2014/main" val="1944617118"/>
                    </a:ext>
                  </a:extLst>
                </a:gridCol>
                <a:gridCol w="1057021">
                  <a:extLst>
                    <a:ext uri="{9D8B030D-6E8A-4147-A177-3AD203B41FA5}">
                      <a16:colId xmlns:a16="http://schemas.microsoft.com/office/drawing/2014/main" val="3545644948"/>
                    </a:ext>
                  </a:extLst>
                </a:gridCol>
                <a:gridCol w="1271397">
                  <a:extLst>
                    <a:ext uri="{9D8B030D-6E8A-4147-A177-3AD203B41FA5}">
                      <a16:colId xmlns:a16="http://schemas.microsoft.com/office/drawing/2014/main" val="2825627946"/>
                    </a:ext>
                  </a:extLst>
                </a:gridCol>
                <a:gridCol w="853567">
                  <a:extLst>
                    <a:ext uri="{9D8B030D-6E8A-4147-A177-3AD203B41FA5}">
                      <a16:colId xmlns:a16="http://schemas.microsoft.com/office/drawing/2014/main" val="2400027995"/>
                    </a:ext>
                  </a:extLst>
                </a:gridCol>
                <a:gridCol w="1073489">
                  <a:extLst>
                    <a:ext uri="{9D8B030D-6E8A-4147-A177-3AD203B41FA5}">
                      <a16:colId xmlns:a16="http://schemas.microsoft.com/office/drawing/2014/main" val="2700018048"/>
                    </a:ext>
                  </a:extLst>
                </a:gridCol>
              </a:tblGrid>
              <a:tr h="297842">
                <a:tc>
                  <a:txBody>
                    <a:bodyPr/>
                    <a:lstStyle/>
                    <a:p>
                      <a:pPr marL="0" marR="0" algn="ctr" fontAlgn="ctr">
                        <a:buNone/>
                      </a:pPr>
                      <a:r>
                        <a:rPr lang="en-US" sz="1400" b="1" i="0">
                          <a:effectLst/>
                          <a:latin typeface="system-ui"/>
                        </a:rPr>
                        <a:t>Agent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Run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Run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Best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Runner-up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First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Second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Matches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Agreement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606044"/>
                  </a:ext>
                </a:extLst>
              </a:tr>
              <a:tr h="342901">
                <a:tc rowSpan="3">
                  <a:txBody>
                    <a:bodyPr/>
                    <a:lstStyle/>
                    <a:p>
                      <a:pPr marL="0" marR="0" algn="ctr" fontAlgn="ctr">
                        <a:buNone/>
                      </a:pPr>
                      <a:r>
                        <a:rPr lang="en-US" sz="1400" b="1" i="0">
                          <a:effectLst/>
                          <a:latin typeface="system-ui"/>
                        </a:rPr>
                        <a:t>GPT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run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run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394656"/>
                  </a:ext>
                </a:extLst>
              </a:tr>
              <a:tr h="297842">
                <a:tc v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run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run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122073"/>
                  </a:ext>
                </a:extLst>
              </a:tr>
              <a:tr h="297842">
                <a:tc v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run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run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157090"/>
                  </a:ext>
                </a:extLst>
              </a:tr>
              <a:tr h="297842">
                <a:tc rowSpan="3">
                  <a:txBody>
                    <a:bodyPr/>
                    <a:lstStyle/>
                    <a:p>
                      <a:pPr marL="0" marR="0" algn="ctr" fontAlgn="ctr">
                        <a:buNone/>
                      </a:pPr>
                      <a:r>
                        <a:rPr lang="en-US" sz="1400" b="1" i="0">
                          <a:effectLst/>
                          <a:latin typeface="system-ui"/>
                        </a:rPr>
                        <a:t>QWEN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run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run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7055346"/>
                  </a:ext>
                </a:extLst>
              </a:tr>
              <a:tr h="297842">
                <a:tc v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run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run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8118645"/>
                  </a:ext>
                </a:extLst>
              </a:tr>
              <a:tr h="297842">
                <a:tc v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run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run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718866"/>
                  </a:ext>
                </a:extLst>
              </a:tr>
            </a:tbl>
          </a:graphicData>
        </a:graphic>
      </p:graphicFrame>
      <p:graphicFrame>
        <p:nvGraphicFramePr>
          <p:cNvPr id="8" name="Table 7">
            <a:extLst>
              <a:ext uri="{FF2B5EF4-FFF2-40B4-BE49-F238E27FC236}">
                <a16:creationId xmlns:a16="http://schemas.microsoft.com/office/drawing/2014/main" id="{1208077A-4A2A-3B8C-50EC-1DF19D373C3F}"/>
              </a:ext>
            </a:extLst>
          </p:cNvPr>
          <p:cNvGraphicFramePr>
            <a:graphicFrameLocks noGrp="1"/>
          </p:cNvGraphicFramePr>
          <p:nvPr>
            <p:extLst>
              <p:ext uri="{D42A27DB-BD31-4B8C-83A1-F6EECF244321}">
                <p14:modId xmlns:p14="http://schemas.microsoft.com/office/powerpoint/2010/main" val="2179475916"/>
              </p:ext>
            </p:extLst>
          </p:nvPr>
        </p:nvGraphicFramePr>
        <p:xfrm>
          <a:off x="782992" y="4537598"/>
          <a:ext cx="5639323" cy="1984886"/>
        </p:xfrm>
        <a:graphic>
          <a:graphicData uri="http://schemas.openxmlformats.org/drawingml/2006/table">
            <a:tbl>
              <a:tblPr firstRow="1" bandRow="1">
                <a:tableStyleId>{69012ECD-51FC-41F1-AA8D-1B2483CD663E}</a:tableStyleId>
              </a:tblPr>
              <a:tblGrid>
                <a:gridCol w="1379295">
                  <a:extLst>
                    <a:ext uri="{9D8B030D-6E8A-4147-A177-3AD203B41FA5}">
                      <a16:colId xmlns:a16="http://schemas.microsoft.com/office/drawing/2014/main" val="1611237799"/>
                    </a:ext>
                  </a:extLst>
                </a:gridCol>
                <a:gridCol w="1484555">
                  <a:extLst>
                    <a:ext uri="{9D8B030D-6E8A-4147-A177-3AD203B41FA5}">
                      <a16:colId xmlns:a16="http://schemas.microsoft.com/office/drawing/2014/main" val="450376531"/>
                    </a:ext>
                  </a:extLst>
                </a:gridCol>
                <a:gridCol w="1688951">
                  <a:extLst>
                    <a:ext uri="{9D8B030D-6E8A-4147-A177-3AD203B41FA5}">
                      <a16:colId xmlns:a16="http://schemas.microsoft.com/office/drawing/2014/main" val="3274332471"/>
                    </a:ext>
                  </a:extLst>
                </a:gridCol>
                <a:gridCol w="1086522">
                  <a:extLst>
                    <a:ext uri="{9D8B030D-6E8A-4147-A177-3AD203B41FA5}">
                      <a16:colId xmlns:a16="http://schemas.microsoft.com/office/drawing/2014/main" val="2507387007"/>
                    </a:ext>
                  </a:extLst>
                </a:gridCol>
              </a:tblGrid>
              <a:tr h="436235">
                <a:tc>
                  <a:txBody>
                    <a:bodyPr/>
                    <a:lstStyle/>
                    <a:p>
                      <a:pPr marL="0" marR="0" algn="ctr" fontAlgn="ctr">
                        <a:buNone/>
                      </a:pPr>
                      <a:r>
                        <a:rPr lang="en-US" sz="1400" b="1" i="0">
                          <a:effectLst/>
                          <a:latin typeface="system-ui"/>
                        </a:rPr>
                        <a:t>Field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GPT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Qwen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Agreement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606044"/>
                  </a:ext>
                </a:extLst>
              </a:tr>
              <a:tr h="342901">
                <a:tc>
                  <a:txBody>
                    <a:bodyPr/>
                    <a:lstStyle/>
                    <a:p>
                      <a:pPr marL="0" marR="0" algn="ctr" fontAlgn="ctr">
                        <a:buNone/>
                      </a:pPr>
                      <a:r>
                        <a:rPr lang="en-US" sz="1400" b="1" i="0">
                          <a:effectLst/>
                          <a:latin typeface="system-ui"/>
                        </a:rPr>
                        <a:t>Best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TPOT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TPOT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394656"/>
                  </a:ext>
                </a:extLst>
              </a:tr>
              <a:tr h="297842">
                <a:tc>
                  <a:txBody>
                    <a:bodyPr/>
                    <a:lstStyle/>
                    <a:p>
                      <a:pPr marL="0" marR="0" algn="ctr" fontAlgn="ctr">
                        <a:buNone/>
                      </a:pPr>
                      <a:r>
                        <a:rPr lang="en-US" sz="1400" b="1" i="0">
                          <a:effectLst/>
                          <a:latin typeface="system-ui"/>
                        </a:rPr>
                        <a:t>Runner-up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Manual 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Manual 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122073"/>
                  </a:ext>
                </a:extLst>
              </a:tr>
              <a:tr h="343795">
                <a:tc>
                  <a:txBody>
                    <a:bodyPr/>
                    <a:lstStyle/>
                    <a:p>
                      <a:pPr marL="0" marR="0" algn="ctr" fontAlgn="ctr">
                        <a:buNone/>
                      </a:pPr>
                      <a:r>
                        <a:rPr lang="en-US" sz="1400" b="1" i="0">
                          <a:effectLst/>
                          <a:latin typeface="system-ui"/>
                        </a:rPr>
                        <a:t>First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err="1">
                          <a:effectLst/>
                          <a:latin typeface="system-ui"/>
                        </a:rPr>
                        <a:t>Test_ROC_AUC</a:t>
                      </a:r>
                      <a:endParaRPr lang="en-US" sz="1400" b="0"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err="1">
                          <a:effectLst/>
                          <a:latin typeface="system-ui"/>
                        </a:rPr>
                        <a:t>Test_ROC_AUC</a:t>
                      </a:r>
                      <a:endParaRPr lang="en-US" sz="1400" b="0"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157090"/>
                  </a:ext>
                </a:extLst>
              </a:tr>
              <a:tr h="343795">
                <a:tc>
                  <a:txBody>
                    <a:bodyPr/>
                    <a:lstStyle/>
                    <a:p>
                      <a:pPr marL="0" marR="0" algn="ctr" fontAlgn="ctr">
                        <a:buNone/>
                      </a:pPr>
                      <a:r>
                        <a:rPr lang="en-US" sz="1400" b="1" i="0">
                          <a:effectLst/>
                          <a:latin typeface="system-ui"/>
                        </a:rPr>
                        <a:t>Second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Test_F1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Test_F1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6095611"/>
                  </a:ext>
                </a:extLst>
              </a:tr>
            </a:tbl>
          </a:graphicData>
        </a:graphic>
      </p:graphicFrame>
      <p:sp>
        <p:nvSpPr>
          <p:cNvPr id="3" name="Title 1">
            <a:extLst>
              <a:ext uri="{FF2B5EF4-FFF2-40B4-BE49-F238E27FC236}">
                <a16:creationId xmlns:a16="http://schemas.microsoft.com/office/drawing/2014/main" id="{563C6236-739F-8D07-FD6A-78B6BE70E5F9}"/>
              </a:ext>
            </a:extLst>
          </p:cNvPr>
          <p:cNvSpPr txBox="1">
            <a:spLocks/>
          </p:cNvSpPr>
          <p:nvPr/>
        </p:nvSpPr>
        <p:spPr>
          <a:xfrm>
            <a:off x="687964" y="3911721"/>
            <a:ext cx="10596807" cy="501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a:latin typeface="+mn-lt"/>
              </a:rPr>
              <a:t>Between-agents agreement table – Most frequent output from the 3 runs per agent</a:t>
            </a:r>
          </a:p>
        </p:txBody>
      </p:sp>
    </p:spTree>
    <p:extLst>
      <p:ext uri="{BB962C8B-B14F-4D97-AF65-F5344CB8AC3E}">
        <p14:creationId xmlns:p14="http://schemas.microsoft.com/office/powerpoint/2010/main" val="80062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69BCD-A4CF-2AE2-5661-2733FAE7F6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89AF6-A800-2F17-EC78-6F87C88F1B19}"/>
              </a:ext>
            </a:extLst>
          </p:cNvPr>
          <p:cNvSpPr>
            <a:spLocks noGrp="1"/>
          </p:cNvSpPr>
          <p:nvPr>
            <p:ph type="title"/>
          </p:nvPr>
        </p:nvSpPr>
        <p:spPr>
          <a:xfrm>
            <a:off x="782992" y="210306"/>
            <a:ext cx="9737987" cy="501650"/>
          </a:xfrm>
        </p:spPr>
        <p:txBody>
          <a:bodyPr>
            <a:normAutofit/>
          </a:bodyPr>
          <a:lstStyle/>
          <a:p>
            <a:r>
              <a:rPr lang="en-US" sz="2000" b="1">
                <a:latin typeface="+mn-lt"/>
              </a:rPr>
              <a:t>Within-agent agreement table – 5 replica runs per agent</a:t>
            </a:r>
          </a:p>
        </p:txBody>
      </p:sp>
      <p:graphicFrame>
        <p:nvGraphicFramePr>
          <p:cNvPr id="4" name="Table 3">
            <a:extLst>
              <a:ext uri="{FF2B5EF4-FFF2-40B4-BE49-F238E27FC236}">
                <a16:creationId xmlns:a16="http://schemas.microsoft.com/office/drawing/2014/main" id="{097A24E6-27A0-1A3F-7D66-D40D46E2EC56}"/>
              </a:ext>
            </a:extLst>
          </p:cNvPr>
          <p:cNvGraphicFramePr>
            <a:graphicFrameLocks noGrp="1"/>
          </p:cNvGraphicFramePr>
          <p:nvPr>
            <p:extLst>
              <p:ext uri="{D42A27DB-BD31-4B8C-83A1-F6EECF244321}">
                <p14:modId xmlns:p14="http://schemas.microsoft.com/office/powerpoint/2010/main" val="515967824"/>
              </p:ext>
            </p:extLst>
          </p:nvPr>
        </p:nvGraphicFramePr>
        <p:xfrm>
          <a:off x="782992" y="711956"/>
          <a:ext cx="10607039" cy="2171701"/>
        </p:xfrm>
        <a:graphic>
          <a:graphicData uri="http://schemas.openxmlformats.org/drawingml/2006/table">
            <a:tbl>
              <a:tblPr firstRow="1" bandRow="1">
                <a:tableStyleId>{69012ECD-51FC-41F1-AA8D-1B2483CD663E}</a:tableStyleId>
              </a:tblPr>
              <a:tblGrid>
                <a:gridCol w="1177462">
                  <a:extLst>
                    <a:ext uri="{9D8B030D-6E8A-4147-A177-3AD203B41FA5}">
                      <a16:colId xmlns:a16="http://schemas.microsoft.com/office/drawing/2014/main" val="1611237799"/>
                    </a:ext>
                  </a:extLst>
                </a:gridCol>
                <a:gridCol w="1604792">
                  <a:extLst>
                    <a:ext uri="{9D8B030D-6E8A-4147-A177-3AD203B41FA5}">
                      <a16:colId xmlns:a16="http://schemas.microsoft.com/office/drawing/2014/main" val="450376531"/>
                    </a:ext>
                  </a:extLst>
                </a:gridCol>
                <a:gridCol w="1548617">
                  <a:extLst>
                    <a:ext uri="{9D8B030D-6E8A-4147-A177-3AD203B41FA5}">
                      <a16:colId xmlns:a16="http://schemas.microsoft.com/office/drawing/2014/main" val="2507387007"/>
                    </a:ext>
                  </a:extLst>
                </a:gridCol>
                <a:gridCol w="1743824">
                  <a:extLst>
                    <a:ext uri="{9D8B030D-6E8A-4147-A177-3AD203B41FA5}">
                      <a16:colId xmlns:a16="http://schemas.microsoft.com/office/drawing/2014/main" val="1944617118"/>
                    </a:ext>
                  </a:extLst>
                </a:gridCol>
                <a:gridCol w="1408264">
                  <a:extLst>
                    <a:ext uri="{9D8B030D-6E8A-4147-A177-3AD203B41FA5}">
                      <a16:colId xmlns:a16="http://schemas.microsoft.com/office/drawing/2014/main" val="3545644948"/>
                    </a:ext>
                  </a:extLst>
                </a:gridCol>
                <a:gridCol w="1693876">
                  <a:extLst>
                    <a:ext uri="{9D8B030D-6E8A-4147-A177-3AD203B41FA5}">
                      <a16:colId xmlns:a16="http://schemas.microsoft.com/office/drawing/2014/main" val="2825627946"/>
                    </a:ext>
                  </a:extLst>
                </a:gridCol>
                <a:gridCol w="1430204">
                  <a:extLst>
                    <a:ext uri="{9D8B030D-6E8A-4147-A177-3AD203B41FA5}">
                      <a16:colId xmlns:a16="http://schemas.microsoft.com/office/drawing/2014/main" val="2700018048"/>
                    </a:ext>
                  </a:extLst>
                </a:gridCol>
              </a:tblGrid>
              <a:tr h="297842">
                <a:tc>
                  <a:txBody>
                    <a:bodyPr/>
                    <a:lstStyle/>
                    <a:p>
                      <a:pPr marL="0" marR="0" algn="ctr" fontAlgn="ctr">
                        <a:buNone/>
                      </a:pPr>
                      <a:r>
                        <a:rPr lang="en-US" sz="1400" b="1" i="0">
                          <a:effectLst/>
                          <a:latin typeface="system-ui"/>
                        </a:rPr>
                        <a:t>Agent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Temperature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Best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Runner-up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First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Second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Agreement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606044"/>
                  </a:ext>
                </a:extLst>
              </a:tr>
              <a:tr h="342901">
                <a:tc rowSpan="3">
                  <a:txBody>
                    <a:bodyPr/>
                    <a:lstStyle/>
                    <a:p>
                      <a:pPr marL="0" marR="0" algn="ctr" fontAlgn="ctr">
                        <a:buNone/>
                      </a:pPr>
                      <a:r>
                        <a:rPr lang="en-US" sz="1400" b="1" i="0">
                          <a:effectLst/>
                          <a:latin typeface="system-ui"/>
                        </a:rPr>
                        <a:t>GPT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394656"/>
                  </a:ext>
                </a:extLst>
              </a:tr>
              <a:tr h="297842">
                <a:tc v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122073"/>
                  </a:ext>
                </a:extLst>
              </a:tr>
              <a:tr h="297842">
                <a:tc vMerge="1">
                  <a:txBody>
                    <a:bodyPr/>
                    <a:lstStyle/>
                    <a:p>
                      <a:pPr marL="0" marR="0" algn="ctr" fontAlgn="ctr">
                        <a:buNone/>
                      </a:pP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5475840"/>
                  </a:ext>
                </a:extLst>
              </a:tr>
              <a:tr h="297842">
                <a:tc rowSpan="3">
                  <a:txBody>
                    <a:bodyPr/>
                    <a:lstStyle/>
                    <a:p>
                      <a:pPr marL="0" marR="0" algn="ctr" fontAlgn="ctr">
                        <a:buNone/>
                      </a:pPr>
                      <a:r>
                        <a:rPr lang="en-US" sz="1400" b="1" i="0">
                          <a:effectLst/>
                          <a:latin typeface="system-ui"/>
                        </a:rPr>
                        <a:t>QWEN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7055346"/>
                  </a:ext>
                </a:extLst>
              </a:tr>
              <a:tr h="297842">
                <a:tc v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8118645"/>
                  </a:ext>
                </a:extLst>
              </a:tr>
              <a:tr h="297842">
                <a:tc vMerge="1">
                  <a:txBody>
                    <a:bodyPr/>
                    <a:lstStyle/>
                    <a:p>
                      <a:pPr marL="0" marR="0" algn="ctr" fontAlgn="ctr">
                        <a:buNone/>
                      </a:pP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863974"/>
                  </a:ext>
                </a:extLst>
              </a:tr>
            </a:tbl>
          </a:graphicData>
        </a:graphic>
      </p:graphicFrame>
      <p:graphicFrame>
        <p:nvGraphicFramePr>
          <p:cNvPr id="8" name="Table 7">
            <a:extLst>
              <a:ext uri="{FF2B5EF4-FFF2-40B4-BE49-F238E27FC236}">
                <a16:creationId xmlns:a16="http://schemas.microsoft.com/office/drawing/2014/main" id="{05E2EB51-D661-5B74-AF68-470EE9B08CB6}"/>
              </a:ext>
            </a:extLst>
          </p:cNvPr>
          <p:cNvGraphicFramePr>
            <a:graphicFrameLocks noGrp="1"/>
          </p:cNvGraphicFramePr>
          <p:nvPr>
            <p:extLst>
              <p:ext uri="{D42A27DB-BD31-4B8C-83A1-F6EECF244321}">
                <p14:modId xmlns:p14="http://schemas.microsoft.com/office/powerpoint/2010/main" val="4063315675"/>
              </p:ext>
            </p:extLst>
          </p:nvPr>
        </p:nvGraphicFramePr>
        <p:xfrm>
          <a:off x="782992" y="4991099"/>
          <a:ext cx="10607039" cy="1611065"/>
        </p:xfrm>
        <a:graphic>
          <a:graphicData uri="http://schemas.openxmlformats.org/drawingml/2006/table">
            <a:tbl>
              <a:tblPr firstRow="1" bandRow="1">
                <a:tableStyleId>{69012ECD-51FC-41F1-AA8D-1B2483CD663E}</a:tableStyleId>
              </a:tblPr>
              <a:tblGrid>
                <a:gridCol w="2640136">
                  <a:extLst>
                    <a:ext uri="{9D8B030D-6E8A-4147-A177-3AD203B41FA5}">
                      <a16:colId xmlns:a16="http://schemas.microsoft.com/office/drawing/2014/main" val="1611237799"/>
                    </a:ext>
                  </a:extLst>
                </a:gridCol>
                <a:gridCol w="3100659">
                  <a:extLst>
                    <a:ext uri="{9D8B030D-6E8A-4147-A177-3AD203B41FA5}">
                      <a16:colId xmlns:a16="http://schemas.microsoft.com/office/drawing/2014/main" val="450376531"/>
                    </a:ext>
                  </a:extLst>
                </a:gridCol>
                <a:gridCol w="3100659">
                  <a:extLst>
                    <a:ext uri="{9D8B030D-6E8A-4147-A177-3AD203B41FA5}">
                      <a16:colId xmlns:a16="http://schemas.microsoft.com/office/drawing/2014/main" val="3274332471"/>
                    </a:ext>
                  </a:extLst>
                </a:gridCol>
                <a:gridCol w="1765585">
                  <a:extLst>
                    <a:ext uri="{9D8B030D-6E8A-4147-A177-3AD203B41FA5}">
                      <a16:colId xmlns:a16="http://schemas.microsoft.com/office/drawing/2014/main" val="2507387007"/>
                    </a:ext>
                  </a:extLst>
                </a:gridCol>
              </a:tblGrid>
              <a:tr h="384967">
                <a:tc>
                  <a:txBody>
                    <a:bodyPr/>
                    <a:lstStyle/>
                    <a:p>
                      <a:pPr marL="0" marR="0" algn="ctr" fontAlgn="ctr">
                        <a:buNone/>
                      </a:pPr>
                      <a:r>
                        <a:rPr lang="en-US" sz="1400" b="1" i="0">
                          <a:effectLst/>
                          <a:latin typeface="system-ui"/>
                        </a:rPr>
                        <a:t>Field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GPT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Qwen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Agreement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606044"/>
                  </a:ext>
                </a:extLst>
              </a:tr>
              <a:tr h="302602">
                <a:tc>
                  <a:txBody>
                    <a:bodyPr/>
                    <a:lstStyle/>
                    <a:p>
                      <a:pPr marL="0" marR="0" algn="ctr" fontAlgn="ctr">
                        <a:buNone/>
                      </a:pPr>
                      <a:r>
                        <a:rPr lang="en-US" sz="1400" b="1" i="0">
                          <a:effectLst/>
                          <a:latin typeface="system-ui"/>
                        </a:rPr>
                        <a:t>Best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TPOT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TPOT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394656"/>
                  </a:ext>
                </a:extLst>
              </a:tr>
              <a:tr h="311698">
                <a:tc>
                  <a:txBody>
                    <a:bodyPr/>
                    <a:lstStyle/>
                    <a:p>
                      <a:pPr marL="0" marR="0" algn="ctr" fontAlgn="ctr">
                        <a:buNone/>
                      </a:pPr>
                      <a:r>
                        <a:rPr lang="en-US" sz="1400" b="1" i="0">
                          <a:effectLst/>
                          <a:latin typeface="system-ui"/>
                        </a:rPr>
                        <a:t>Runner-up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Manual 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Manual 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122073"/>
                  </a:ext>
                </a:extLst>
              </a:tr>
              <a:tr h="303391">
                <a:tc>
                  <a:txBody>
                    <a:bodyPr/>
                    <a:lstStyle/>
                    <a:p>
                      <a:pPr marL="0" marR="0" algn="ctr" fontAlgn="ctr">
                        <a:buNone/>
                      </a:pPr>
                      <a:r>
                        <a:rPr lang="en-US" sz="1400" b="1" i="0">
                          <a:effectLst/>
                          <a:latin typeface="system-ui"/>
                        </a:rPr>
                        <a:t>First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Test_ROC_AUC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Test_ROC_AUC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157090"/>
                  </a:ext>
                </a:extLst>
              </a:tr>
              <a:tr h="303391">
                <a:tc>
                  <a:txBody>
                    <a:bodyPr/>
                    <a:lstStyle/>
                    <a:p>
                      <a:pPr marL="0" marR="0" algn="ctr" fontAlgn="ctr">
                        <a:buNone/>
                      </a:pPr>
                      <a:r>
                        <a:rPr lang="en-US" sz="1400" b="1" i="0">
                          <a:effectLst/>
                          <a:latin typeface="system-ui"/>
                        </a:rPr>
                        <a:t>Second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Test_F1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Test_F1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6095611"/>
                  </a:ext>
                </a:extLst>
              </a:tr>
            </a:tbl>
          </a:graphicData>
        </a:graphic>
      </p:graphicFrame>
      <p:sp>
        <p:nvSpPr>
          <p:cNvPr id="3" name="Title 1">
            <a:extLst>
              <a:ext uri="{FF2B5EF4-FFF2-40B4-BE49-F238E27FC236}">
                <a16:creationId xmlns:a16="http://schemas.microsoft.com/office/drawing/2014/main" id="{5E579967-F534-2977-5471-B3BB18463EDE}"/>
              </a:ext>
            </a:extLst>
          </p:cNvPr>
          <p:cNvSpPr txBox="1">
            <a:spLocks/>
          </p:cNvSpPr>
          <p:nvPr/>
        </p:nvSpPr>
        <p:spPr>
          <a:xfrm>
            <a:off x="649864" y="4489449"/>
            <a:ext cx="10596807" cy="501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a:latin typeface="+mn-lt"/>
              </a:rPr>
              <a:t>Between-agents agreement table – Most frequent output from the 5 replicas per agent</a:t>
            </a:r>
          </a:p>
        </p:txBody>
      </p:sp>
      <p:graphicFrame>
        <p:nvGraphicFramePr>
          <p:cNvPr id="6" name="Table 5">
            <a:extLst>
              <a:ext uri="{FF2B5EF4-FFF2-40B4-BE49-F238E27FC236}">
                <a16:creationId xmlns:a16="http://schemas.microsoft.com/office/drawing/2014/main" id="{AC3FAB1A-A9C5-A0B0-33A8-ED049857056B}"/>
              </a:ext>
            </a:extLst>
          </p:cNvPr>
          <p:cNvGraphicFramePr>
            <a:graphicFrameLocks noGrp="1"/>
          </p:cNvGraphicFramePr>
          <p:nvPr>
            <p:extLst>
              <p:ext uri="{D42A27DB-BD31-4B8C-83A1-F6EECF244321}">
                <p14:modId xmlns:p14="http://schemas.microsoft.com/office/powerpoint/2010/main" val="4266590159"/>
              </p:ext>
            </p:extLst>
          </p:nvPr>
        </p:nvGraphicFramePr>
        <p:xfrm>
          <a:off x="782992" y="3293867"/>
          <a:ext cx="10607039" cy="1165861"/>
        </p:xfrm>
        <a:graphic>
          <a:graphicData uri="http://schemas.openxmlformats.org/drawingml/2006/table">
            <a:tbl>
              <a:tblPr firstRow="1" bandRow="1">
                <a:tableStyleId>{69012ECD-51FC-41F1-AA8D-1B2483CD663E}</a:tableStyleId>
              </a:tblPr>
              <a:tblGrid>
                <a:gridCol w="898551">
                  <a:extLst>
                    <a:ext uri="{9D8B030D-6E8A-4147-A177-3AD203B41FA5}">
                      <a16:colId xmlns:a16="http://schemas.microsoft.com/office/drawing/2014/main" val="1611237799"/>
                    </a:ext>
                  </a:extLst>
                </a:gridCol>
                <a:gridCol w="1224656">
                  <a:extLst>
                    <a:ext uri="{9D8B030D-6E8A-4147-A177-3AD203B41FA5}">
                      <a16:colId xmlns:a16="http://schemas.microsoft.com/office/drawing/2014/main" val="450376531"/>
                    </a:ext>
                  </a:extLst>
                </a:gridCol>
                <a:gridCol w="1181788">
                  <a:extLst>
                    <a:ext uri="{9D8B030D-6E8A-4147-A177-3AD203B41FA5}">
                      <a16:colId xmlns:a16="http://schemas.microsoft.com/office/drawing/2014/main" val="2507387007"/>
                    </a:ext>
                  </a:extLst>
                </a:gridCol>
                <a:gridCol w="1181788">
                  <a:extLst>
                    <a:ext uri="{9D8B030D-6E8A-4147-A177-3AD203B41FA5}">
                      <a16:colId xmlns:a16="http://schemas.microsoft.com/office/drawing/2014/main" val="3604632059"/>
                    </a:ext>
                  </a:extLst>
                </a:gridCol>
                <a:gridCol w="1330755">
                  <a:extLst>
                    <a:ext uri="{9D8B030D-6E8A-4147-A177-3AD203B41FA5}">
                      <a16:colId xmlns:a16="http://schemas.microsoft.com/office/drawing/2014/main" val="646872602"/>
                    </a:ext>
                  </a:extLst>
                </a:gridCol>
                <a:gridCol w="1330755">
                  <a:extLst>
                    <a:ext uri="{9D8B030D-6E8A-4147-A177-3AD203B41FA5}">
                      <a16:colId xmlns:a16="http://schemas.microsoft.com/office/drawing/2014/main" val="1944617118"/>
                    </a:ext>
                  </a:extLst>
                </a:gridCol>
                <a:gridCol w="1074681">
                  <a:extLst>
                    <a:ext uri="{9D8B030D-6E8A-4147-A177-3AD203B41FA5}">
                      <a16:colId xmlns:a16="http://schemas.microsoft.com/office/drawing/2014/main" val="3545644948"/>
                    </a:ext>
                  </a:extLst>
                </a:gridCol>
                <a:gridCol w="1292639">
                  <a:extLst>
                    <a:ext uri="{9D8B030D-6E8A-4147-A177-3AD203B41FA5}">
                      <a16:colId xmlns:a16="http://schemas.microsoft.com/office/drawing/2014/main" val="2825627946"/>
                    </a:ext>
                  </a:extLst>
                </a:gridCol>
                <a:gridCol w="1091426">
                  <a:extLst>
                    <a:ext uri="{9D8B030D-6E8A-4147-A177-3AD203B41FA5}">
                      <a16:colId xmlns:a16="http://schemas.microsoft.com/office/drawing/2014/main" val="2700018048"/>
                    </a:ext>
                  </a:extLst>
                </a:gridCol>
              </a:tblGrid>
              <a:tr h="297842">
                <a:tc>
                  <a:txBody>
                    <a:bodyPr/>
                    <a:lstStyle/>
                    <a:p>
                      <a:pPr marL="0" marR="0" algn="ctr" fontAlgn="ctr">
                        <a:buNone/>
                      </a:pPr>
                      <a:r>
                        <a:rPr lang="en-US" sz="1400" b="1" i="0">
                          <a:effectLst/>
                          <a:latin typeface="system-ui"/>
                        </a:rPr>
                        <a:t>Agent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Temp 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Temp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Temp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Best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Runner-up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First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Second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system-ui"/>
                        </a:rPr>
                        <a:t>Agreement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606044"/>
                  </a:ext>
                </a:extLst>
              </a:tr>
              <a:tr h="342901">
                <a:tc>
                  <a:txBody>
                    <a:bodyPr/>
                    <a:lstStyle/>
                    <a:p>
                      <a:pPr marL="0" marR="0" algn="ctr" fontAlgn="ctr">
                        <a:buNone/>
                      </a:pPr>
                      <a:r>
                        <a:rPr lang="en-US" sz="1400" b="1" i="0">
                          <a:effectLst/>
                          <a:latin typeface="system-ui"/>
                        </a:rPr>
                        <a:t>GPT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394656"/>
                  </a:ext>
                </a:extLst>
              </a:tr>
              <a:tr h="297842">
                <a:tc>
                  <a:txBody>
                    <a:bodyPr/>
                    <a:lstStyle/>
                    <a:p>
                      <a:pPr marL="0" marR="0" algn="ctr" fontAlgn="ctr">
                        <a:buNone/>
                      </a:pPr>
                      <a:r>
                        <a:rPr lang="en-US" sz="1400" b="1" i="0">
                          <a:effectLst/>
                          <a:latin typeface="system-ui"/>
                        </a:rPr>
                        <a:t>QWEN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7055346"/>
                  </a:ext>
                </a:extLst>
              </a:tr>
            </a:tbl>
          </a:graphicData>
        </a:graphic>
      </p:graphicFrame>
    </p:spTree>
    <p:extLst>
      <p:ext uri="{BB962C8B-B14F-4D97-AF65-F5344CB8AC3E}">
        <p14:creationId xmlns:p14="http://schemas.microsoft.com/office/powerpoint/2010/main" val="4176751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DA172-ED79-4D3D-2F5C-00D3A1064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D4F672-0593-D413-CBA0-B67FEF4156A6}"/>
              </a:ext>
            </a:extLst>
          </p:cNvPr>
          <p:cNvSpPr>
            <a:spLocks noGrp="1"/>
          </p:cNvSpPr>
          <p:nvPr>
            <p:ph type="title"/>
          </p:nvPr>
        </p:nvSpPr>
        <p:spPr>
          <a:xfrm>
            <a:off x="757052" y="346075"/>
            <a:ext cx="11125200" cy="777875"/>
          </a:xfrm>
        </p:spPr>
        <p:txBody>
          <a:bodyPr>
            <a:noAutofit/>
          </a:bodyPr>
          <a:lstStyle/>
          <a:p>
            <a:r>
              <a:rPr lang="en-US" sz="3200">
                <a:latin typeface="+mn-lt"/>
              </a:rPr>
              <a:t>Cohen’s Kappa limitation for our use case</a:t>
            </a:r>
          </a:p>
        </p:txBody>
      </p:sp>
      <p:sp>
        <p:nvSpPr>
          <p:cNvPr id="10" name="TextBox 9">
            <a:extLst>
              <a:ext uri="{FF2B5EF4-FFF2-40B4-BE49-F238E27FC236}">
                <a16:creationId xmlns:a16="http://schemas.microsoft.com/office/drawing/2014/main" id="{E30D3D12-720F-EC9F-9431-370B2F37F749}"/>
              </a:ext>
            </a:extLst>
          </p:cNvPr>
          <p:cNvSpPr txBox="1"/>
          <p:nvPr/>
        </p:nvSpPr>
        <p:spPr>
          <a:xfrm>
            <a:off x="757052" y="1409252"/>
            <a:ext cx="10262795" cy="3416320"/>
          </a:xfrm>
          <a:prstGeom prst="rect">
            <a:avLst/>
          </a:prstGeom>
          <a:noFill/>
        </p:spPr>
        <p:txBody>
          <a:bodyPr wrap="square" rtlCol="0">
            <a:spAutoFit/>
          </a:bodyPr>
          <a:lstStyle/>
          <a:p>
            <a:pPr marL="285750" lvl="0" indent="-285750">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What it calculates:</a:t>
            </a:r>
            <a:r>
              <a:rPr lang="en-US">
                <a:latin typeface="Calibri" panose="020F0502020204030204" pitchFamily="34" charset="0"/>
                <a:ea typeface="Calibri" panose="020F0502020204030204" pitchFamily="34" charset="0"/>
                <a:cs typeface="Calibri" panose="020F0502020204030204" pitchFamily="34" charset="0"/>
              </a:rPr>
              <a:t> Agreement between two raters or agents, after accounting for agreement expected by chance.</a:t>
            </a:r>
          </a:p>
          <a:p>
            <a:pPr marL="285750" lvl="0" indent="-285750">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How it works:</a:t>
            </a:r>
            <a:r>
              <a:rPr lang="en-US">
                <a:latin typeface="Calibri" panose="020F0502020204030204" pitchFamily="34" charset="0"/>
                <a:ea typeface="Calibri" panose="020F0502020204030204" pitchFamily="34" charset="0"/>
                <a:cs typeface="Calibri" panose="020F0502020204030204" pitchFamily="34" charset="0"/>
              </a:rPr>
              <a:t> Compares their actual agreement with the agreement expected from how often each agent uses each answer.</a:t>
            </a:r>
          </a:p>
          <a:p>
            <a:pPr marL="285750" lvl="0" indent="-285750">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Our results:</a:t>
            </a:r>
            <a:r>
              <a:rPr lang="en-US">
                <a:latin typeface="Calibri" panose="020F0502020204030204" pitchFamily="34" charset="0"/>
                <a:ea typeface="Calibri" panose="020F0502020204030204" pitchFamily="34" charset="0"/>
                <a:cs typeface="Calibri" panose="020F0502020204030204" pitchFamily="34" charset="0"/>
              </a:rPr>
              <a:t> Both agents give the same answer across all three runs for each of the four fields.</a:t>
            </a:r>
          </a:p>
          <a:p>
            <a:pPr marL="285750" lvl="0" indent="-285750">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Why it is undefined:</a:t>
            </a:r>
            <a:r>
              <a:rPr lang="en-US">
                <a:latin typeface="Calibri" panose="020F0502020204030204" pitchFamily="34" charset="0"/>
                <a:ea typeface="Calibri" panose="020F0502020204030204" pitchFamily="34" charset="0"/>
                <a:cs typeface="Calibri" panose="020F0502020204030204" pitchFamily="34" charset="0"/>
              </a:rPr>
              <a:t> Actual and expected agreement are both 100%, making the kappa formula divide zero by zero. </a:t>
            </a:r>
          </a:p>
          <a:p>
            <a:pPr marL="285750" lvl="0" indent="-285750">
              <a:buFont typeface="Arial" panose="020B0604020202020204" pitchFamily="34" charset="0"/>
              <a:buChar char="•"/>
            </a:pPr>
            <a:endParaRPr lang="en-US" b="1">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What that means:</a:t>
            </a:r>
            <a:r>
              <a:rPr lang="en-US">
                <a:latin typeface="Calibri" panose="020F0502020204030204" pitchFamily="34" charset="0"/>
                <a:ea typeface="Calibri" panose="020F0502020204030204" pitchFamily="34" charset="0"/>
                <a:cs typeface="Calibri" panose="020F0502020204030204" pitchFamily="34" charset="0"/>
              </a:rPr>
              <a:t> The agents agree perfectly on these outputs, but there is no variation for kappa to assess beyond expected agreement. We also can not use it to compare between agents as there will only be one pair of answer per field which is still insufficient for variation.</a:t>
            </a:r>
          </a:p>
          <a:p>
            <a:pPr marL="285750" indent="-285750">
              <a:buFont typeface="Arial" panose="020B0604020202020204" pitchFamily="34" charset="0"/>
              <a:buChar char="•"/>
            </a:pPr>
            <a:endParaRPr lang="en-US"/>
          </a:p>
        </p:txBody>
      </p:sp>
      <p:pic>
        <p:nvPicPr>
          <p:cNvPr id="12" name="Picture 11">
            <a:extLst>
              <a:ext uri="{FF2B5EF4-FFF2-40B4-BE49-F238E27FC236}">
                <a16:creationId xmlns:a16="http://schemas.microsoft.com/office/drawing/2014/main" id="{2BF3695C-1203-6A3A-B7C9-21B0B601CFF0}"/>
              </a:ext>
            </a:extLst>
          </p:cNvPr>
          <p:cNvPicPr>
            <a:picLocks noChangeAspect="1"/>
          </p:cNvPicPr>
          <p:nvPr/>
        </p:nvPicPr>
        <p:blipFill>
          <a:blip r:embed="rId2"/>
          <a:stretch>
            <a:fillRect/>
          </a:stretch>
        </p:blipFill>
        <p:spPr>
          <a:xfrm>
            <a:off x="2399228" y="3162263"/>
            <a:ext cx="3305636" cy="533474"/>
          </a:xfrm>
          <a:prstGeom prst="rect">
            <a:avLst/>
          </a:prstGeom>
        </p:spPr>
      </p:pic>
    </p:spTree>
    <p:extLst>
      <p:ext uri="{BB962C8B-B14F-4D97-AF65-F5344CB8AC3E}">
        <p14:creationId xmlns:p14="http://schemas.microsoft.com/office/powerpoint/2010/main" val="1339080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BA536BD-F7A7-F787-0CA5-FECF48611A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0061" y="1465384"/>
            <a:ext cx="11264354" cy="3708429"/>
          </a:xfrm>
          <a:prstGeom prst="rect">
            <a:avLst/>
          </a:prstGeom>
        </p:spPr>
      </p:pic>
      <p:sp>
        <p:nvSpPr>
          <p:cNvPr id="6" name="TextBox 5">
            <a:extLst>
              <a:ext uri="{FF2B5EF4-FFF2-40B4-BE49-F238E27FC236}">
                <a16:creationId xmlns:a16="http://schemas.microsoft.com/office/drawing/2014/main" id="{20A327A2-8A7F-5390-8E24-5974F3B46094}"/>
              </a:ext>
            </a:extLst>
          </p:cNvPr>
          <p:cNvSpPr txBox="1"/>
          <p:nvPr/>
        </p:nvSpPr>
        <p:spPr>
          <a:xfrm>
            <a:off x="715108" y="316523"/>
            <a:ext cx="10046677" cy="369332"/>
          </a:xfrm>
          <a:prstGeom prst="rect">
            <a:avLst/>
          </a:prstGeom>
          <a:noFill/>
        </p:spPr>
        <p:txBody>
          <a:bodyPr wrap="square" rtlCol="0">
            <a:spAutoFit/>
          </a:bodyPr>
          <a:lstStyle/>
          <a:p>
            <a:r>
              <a:rPr lang="en-US"/>
              <a:t>Agent Results</a:t>
            </a:r>
          </a:p>
        </p:txBody>
      </p:sp>
    </p:spTree>
    <p:extLst>
      <p:ext uri="{BB962C8B-B14F-4D97-AF65-F5344CB8AC3E}">
        <p14:creationId xmlns:p14="http://schemas.microsoft.com/office/powerpoint/2010/main" val="1256706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37A6C7-507C-F3D9-A216-A44D5C4B9588}"/>
              </a:ext>
            </a:extLst>
          </p:cNvPr>
          <p:cNvPicPr>
            <a:picLocks noChangeAspect="1"/>
          </p:cNvPicPr>
          <p:nvPr/>
        </p:nvPicPr>
        <p:blipFill>
          <a:blip r:embed="rId2"/>
          <a:stretch>
            <a:fillRect/>
          </a:stretch>
        </p:blipFill>
        <p:spPr>
          <a:xfrm>
            <a:off x="127754" y="919288"/>
            <a:ext cx="11936491" cy="2010056"/>
          </a:xfrm>
          <a:prstGeom prst="rect">
            <a:avLst/>
          </a:prstGeom>
        </p:spPr>
      </p:pic>
      <p:sp>
        <p:nvSpPr>
          <p:cNvPr id="6" name="Title 1">
            <a:extLst>
              <a:ext uri="{FF2B5EF4-FFF2-40B4-BE49-F238E27FC236}">
                <a16:creationId xmlns:a16="http://schemas.microsoft.com/office/drawing/2014/main" id="{2C7494D3-CC12-77F0-E5DD-9A496753BC37}"/>
              </a:ext>
            </a:extLst>
          </p:cNvPr>
          <p:cNvSpPr txBox="1">
            <a:spLocks/>
          </p:cNvSpPr>
          <p:nvPr/>
        </p:nvSpPr>
        <p:spPr>
          <a:xfrm>
            <a:off x="627349" y="347472"/>
            <a:ext cx="8896350" cy="50165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a:latin typeface="+mn-lt"/>
              </a:rPr>
              <a:t>Performance – Overall Group (N = 106)</a:t>
            </a:r>
          </a:p>
        </p:txBody>
      </p:sp>
      <p:graphicFrame>
        <p:nvGraphicFramePr>
          <p:cNvPr id="8" name="Table 7">
            <a:extLst>
              <a:ext uri="{FF2B5EF4-FFF2-40B4-BE49-F238E27FC236}">
                <a16:creationId xmlns:a16="http://schemas.microsoft.com/office/drawing/2014/main" id="{D6E1A1AF-18EF-23DC-4A27-827373820B68}"/>
              </a:ext>
            </a:extLst>
          </p:cNvPr>
          <p:cNvGraphicFramePr>
            <a:graphicFrameLocks noGrp="1"/>
          </p:cNvGraphicFramePr>
          <p:nvPr>
            <p:extLst>
              <p:ext uri="{D42A27DB-BD31-4B8C-83A1-F6EECF244321}">
                <p14:modId xmlns:p14="http://schemas.microsoft.com/office/powerpoint/2010/main" val="1047736804"/>
              </p:ext>
            </p:extLst>
          </p:nvPr>
        </p:nvGraphicFramePr>
        <p:xfrm>
          <a:off x="782992" y="3474720"/>
          <a:ext cx="10515600" cy="1257301"/>
        </p:xfrm>
        <a:graphic>
          <a:graphicData uri="http://schemas.openxmlformats.org/drawingml/2006/table">
            <a:tbl>
              <a:tblPr firstRow="1" bandRow="1">
                <a:tableStyleId>{69012ECD-51FC-41F1-AA8D-1B2483CD663E}</a:tableStyleId>
              </a:tblPr>
              <a:tblGrid>
                <a:gridCol w="2077456">
                  <a:extLst>
                    <a:ext uri="{9D8B030D-6E8A-4147-A177-3AD203B41FA5}">
                      <a16:colId xmlns:a16="http://schemas.microsoft.com/office/drawing/2014/main" val="3674519306"/>
                    </a:ext>
                  </a:extLst>
                </a:gridCol>
                <a:gridCol w="954681">
                  <a:extLst>
                    <a:ext uri="{9D8B030D-6E8A-4147-A177-3AD203B41FA5}">
                      <a16:colId xmlns:a16="http://schemas.microsoft.com/office/drawing/2014/main" val="1611237799"/>
                    </a:ext>
                  </a:extLst>
                </a:gridCol>
                <a:gridCol w="903781">
                  <a:extLst>
                    <a:ext uri="{9D8B030D-6E8A-4147-A177-3AD203B41FA5}">
                      <a16:colId xmlns:a16="http://schemas.microsoft.com/office/drawing/2014/main" val="450376531"/>
                    </a:ext>
                  </a:extLst>
                </a:gridCol>
                <a:gridCol w="903781">
                  <a:extLst>
                    <a:ext uri="{9D8B030D-6E8A-4147-A177-3AD203B41FA5}">
                      <a16:colId xmlns:a16="http://schemas.microsoft.com/office/drawing/2014/main" val="3274332471"/>
                    </a:ext>
                  </a:extLst>
                </a:gridCol>
                <a:gridCol w="863313">
                  <a:extLst>
                    <a:ext uri="{9D8B030D-6E8A-4147-A177-3AD203B41FA5}">
                      <a16:colId xmlns:a16="http://schemas.microsoft.com/office/drawing/2014/main" val="2507387007"/>
                    </a:ext>
                  </a:extLst>
                </a:gridCol>
                <a:gridCol w="1373926">
                  <a:extLst>
                    <a:ext uri="{9D8B030D-6E8A-4147-A177-3AD203B41FA5}">
                      <a16:colId xmlns:a16="http://schemas.microsoft.com/office/drawing/2014/main" val="1944617118"/>
                    </a:ext>
                  </a:extLst>
                </a:gridCol>
                <a:gridCol w="1386876">
                  <a:extLst>
                    <a:ext uri="{9D8B030D-6E8A-4147-A177-3AD203B41FA5}">
                      <a16:colId xmlns:a16="http://schemas.microsoft.com/office/drawing/2014/main" val="3545644948"/>
                    </a:ext>
                  </a:extLst>
                </a:gridCol>
                <a:gridCol w="1025893">
                  <a:extLst>
                    <a:ext uri="{9D8B030D-6E8A-4147-A177-3AD203B41FA5}">
                      <a16:colId xmlns:a16="http://schemas.microsoft.com/office/drawing/2014/main" val="2825627946"/>
                    </a:ext>
                  </a:extLst>
                </a:gridCol>
                <a:gridCol w="1025893">
                  <a:extLst>
                    <a:ext uri="{9D8B030D-6E8A-4147-A177-3AD203B41FA5}">
                      <a16:colId xmlns:a16="http://schemas.microsoft.com/office/drawing/2014/main" val="2400027995"/>
                    </a:ext>
                  </a:extLst>
                </a:gridCol>
              </a:tblGrid>
              <a:tr h="297842">
                <a:tc>
                  <a:txBody>
                    <a:bodyPr/>
                    <a:lstStyle/>
                    <a:p>
                      <a:pPr marL="0" marR="0" algn="ctr" fontAlgn="ctr">
                        <a:buNone/>
                      </a:pPr>
                      <a:r>
                        <a:rPr lang="en-US" sz="1400" b="1">
                          <a:effectLst/>
                        </a:rPr>
                        <a:t>Model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Accuracy</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Precision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Recall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F1</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606044"/>
                  </a:ext>
                </a:extLst>
              </a:tr>
              <a:tr h="342901">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0.143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394656"/>
                  </a:ext>
                </a:extLst>
              </a:tr>
              <a:tr h="297842">
                <a:tc>
                  <a:txBody>
                    <a:bodyPr/>
                    <a:lstStyle/>
                    <a:p>
                      <a:pPr marL="0" marR="0" algn="ctr" fontAlgn="ctr">
                        <a:buNone/>
                      </a:pPr>
                      <a:r>
                        <a:rPr lang="en-US" sz="1400" b="1" i="0">
                          <a:effectLst/>
                          <a:latin typeface="system-ui"/>
                        </a:rPr>
                        <a:t>TPOT (Extra Trees)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0.840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0.800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0.571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122073"/>
                  </a:ext>
                </a:extLst>
              </a:tr>
              <a:tr h="297842">
                <a:tc>
                  <a:txBody>
                    <a:bodyPr/>
                    <a:lstStyle/>
                    <a:p>
                      <a:pPr marL="0" marR="0" algn="ctr" fontAlgn="ctr">
                        <a:buNone/>
                      </a:pPr>
                      <a:r>
                        <a:rPr lang="en-US" sz="1400" b="1" i="0" err="1">
                          <a:effectLst/>
                          <a:latin typeface="Calibri" panose="020F0502020204030204" pitchFamily="34" charset="0"/>
                          <a:ea typeface="Calibri" panose="020F0502020204030204" pitchFamily="34" charset="0"/>
                          <a:cs typeface="Calibri" panose="020F0502020204030204" pitchFamily="34" charset="0"/>
                        </a:rPr>
                        <a:t>XGBoost</a:t>
                      </a:r>
                      <a:endParaRPr lang="en-US" sz="1400" b="1" i="0">
                        <a:effectLst/>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0.571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0.533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157090"/>
                  </a:ext>
                </a:extLst>
              </a:tr>
            </a:tbl>
          </a:graphicData>
        </a:graphic>
      </p:graphicFrame>
      <p:graphicFrame>
        <p:nvGraphicFramePr>
          <p:cNvPr id="10" name="Table 9">
            <a:extLst>
              <a:ext uri="{FF2B5EF4-FFF2-40B4-BE49-F238E27FC236}">
                <a16:creationId xmlns:a16="http://schemas.microsoft.com/office/drawing/2014/main" id="{9CD49E78-FD18-5907-3A8B-0C20AB4DBA7F}"/>
              </a:ext>
            </a:extLst>
          </p:cNvPr>
          <p:cNvGraphicFramePr>
            <a:graphicFrameLocks noGrp="1"/>
          </p:cNvGraphicFramePr>
          <p:nvPr>
            <p:extLst>
              <p:ext uri="{D42A27DB-BD31-4B8C-83A1-F6EECF244321}">
                <p14:modId xmlns:p14="http://schemas.microsoft.com/office/powerpoint/2010/main" val="4034467951"/>
              </p:ext>
            </p:extLst>
          </p:nvPr>
        </p:nvGraphicFramePr>
        <p:xfrm>
          <a:off x="782992" y="5367528"/>
          <a:ext cx="10515600" cy="1257301"/>
        </p:xfrm>
        <a:graphic>
          <a:graphicData uri="http://schemas.openxmlformats.org/drawingml/2006/table">
            <a:tbl>
              <a:tblPr firstRow="1" bandRow="1">
                <a:tableStyleId>{69012ECD-51FC-41F1-AA8D-1B2483CD663E}</a:tableStyleId>
              </a:tblPr>
              <a:tblGrid>
                <a:gridCol w="2089345">
                  <a:extLst>
                    <a:ext uri="{9D8B030D-6E8A-4147-A177-3AD203B41FA5}">
                      <a16:colId xmlns:a16="http://schemas.microsoft.com/office/drawing/2014/main" val="3674519306"/>
                    </a:ext>
                  </a:extLst>
                </a:gridCol>
                <a:gridCol w="953336">
                  <a:extLst>
                    <a:ext uri="{9D8B030D-6E8A-4147-A177-3AD203B41FA5}">
                      <a16:colId xmlns:a16="http://schemas.microsoft.com/office/drawing/2014/main" val="1611237799"/>
                    </a:ext>
                  </a:extLst>
                </a:gridCol>
                <a:gridCol w="902508">
                  <a:extLst>
                    <a:ext uri="{9D8B030D-6E8A-4147-A177-3AD203B41FA5}">
                      <a16:colId xmlns:a16="http://schemas.microsoft.com/office/drawing/2014/main" val="450376531"/>
                    </a:ext>
                  </a:extLst>
                </a:gridCol>
                <a:gridCol w="902508">
                  <a:extLst>
                    <a:ext uri="{9D8B030D-6E8A-4147-A177-3AD203B41FA5}">
                      <a16:colId xmlns:a16="http://schemas.microsoft.com/office/drawing/2014/main" val="3274332471"/>
                    </a:ext>
                  </a:extLst>
                </a:gridCol>
                <a:gridCol w="862096">
                  <a:extLst>
                    <a:ext uri="{9D8B030D-6E8A-4147-A177-3AD203B41FA5}">
                      <a16:colId xmlns:a16="http://schemas.microsoft.com/office/drawing/2014/main" val="2507387007"/>
                    </a:ext>
                  </a:extLst>
                </a:gridCol>
                <a:gridCol w="1371991">
                  <a:extLst>
                    <a:ext uri="{9D8B030D-6E8A-4147-A177-3AD203B41FA5}">
                      <a16:colId xmlns:a16="http://schemas.microsoft.com/office/drawing/2014/main" val="1944617118"/>
                    </a:ext>
                  </a:extLst>
                </a:gridCol>
                <a:gridCol w="1384922">
                  <a:extLst>
                    <a:ext uri="{9D8B030D-6E8A-4147-A177-3AD203B41FA5}">
                      <a16:colId xmlns:a16="http://schemas.microsoft.com/office/drawing/2014/main" val="3545644948"/>
                    </a:ext>
                  </a:extLst>
                </a:gridCol>
                <a:gridCol w="1024447">
                  <a:extLst>
                    <a:ext uri="{9D8B030D-6E8A-4147-A177-3AD203B41FA5}">
                      <a16:colId xmlns:a16="http://schemas.microsoft.com/office/drawing/2014/main" val="2825627946"/>
                    </a:ext>
                  </a:extLst>
                </a:gridCol>
                <a:gridCol w="1024447">
                  <a:extLst>
                    <a:ext uri="{9D8B030D-6E8A-4147-A177-3AD203B41FA5}">
                      <a16:colId xmlns:a16="http://schemas.microsoft.com/office/drawing/2014/main" val="2400027995"/>
                    </a:ext>
                  </a:extLst>
                </a:gridCol>
              </a:tblGrid>
              <a:tr h="297842">
                <a:tc>
                  <a:txBody>
                    <a:bodyPr/>
                    <a:lstStyle/>
                    <a:p>
                      <a:pPr marL="0" marR="0" algn="ctr" fontAlgn="ctr">
                        <a:buNone/>
                      </a:pPr>
                      <a:r>
                        <a:rPr lang="en-US" sz="1400" b="1">
                          <a:effectLst/>
                        </a:rPr>
                        <a:t>Model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Accuracy</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Precision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Recall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F1</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606044"/>
                  </a:ext>
                </a:extLst>
              </a:tr>
              <a:tr h="342901">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394656"/>
                  </a:ext>
                </a:extLst>
              </a:tr>
              <a:tr h="297842">
                <a:tc>
                  <a:txBody>
                    <a:bodyPr/>
                    <a:lstStyle/>
                    <a:p>
                      <a:pPr marL="0" marR="0" algn="ctr" fontAlgn="ctr">
                        <a:buNone/>
                      </a:pPr>
                      <a:r>
                        <a:rPr lang="en-US" sz="1400" b="1" i="0">
                          <a:effectLst/>
                          <a:latin typeface="system-ui"/>
                        </a:rPr>
                        <a:t>TPOT (Extra Trees)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0.815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122073"/>
                  </a:ext>
                </a:extLst>
              </a:tr>
              <a:tr h="297842">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XGBoost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157090"/>
                  </a:ext>
                </a:extLst>
              </a:tr>
            </a:tbl>
          </a:graphicData>
        </a:graphic>
      </p:graphicFrame>
      <p:sp>
        <p:nvSpPr>
          <p:cNvPr id="12" name="Title 1">
            <a:extLst>
              <a:ext uri="{FF2B5EF4-FFF2-40B4-BE49-F238E27FC236}">
                <a16:creationId xmlns:a16="http://schemas.microsoft.com/office/drawing/2014/main" id="{2701F731-DD65-02CA-9337-6604937521E0}"/>
              </a:ext>
            </a:extLst>
          </p:cNvPr>
          <p:cNvSpPr txBox="1">
            <a:spLocks/>
          </p:cNvSpPr>
          <p:nvPr/>
        </p:nvSpPr>
        <p:spPr>
          <a:xfrm>
            <a:off x="782992" y="2999232"/>
            <a:ext cx="10515600" cy="365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a:latin typeface="+mn-lt"/>
              </a:rPr>
              <a:t>CN Baseline Group (N = 25) (CN-CN &amp; CN-MCI)</a:t>
            </a:r>
          </a:p>
        </p:txBody>
      </p:sp>
      <p:sp>
        <p:nvSpPr>
          <p:cNvPr id="14" name="Title 1">
            <a:extLst>
              <a:ext uri="{FF2B5EF4-FFF2-40B4-BE49-F238E27FC236}">
                <a16:creationId xmlns:a16="http://schemas.microsoft.com/office/drawing/2014/main" id="{8D8B545C-89AA-9460-CFD7-B290296FF324}"/>
              </a:ext>
            </a:extLst>
          </p:cNvPr>
          <p:cNvSpPr txBox="1">
            <a:spLocks/>
          </p:cNvSpPr>
          <p:nvPr/>
        </p:nvSpPr>
        <p:spPr>
          <a:xfrm>
            <a:off x="782992" y="4846320"/>
            <a:ext cx="10515600" cy="365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a:latin typeface="+mn-lt"/>
              </a:rPr>
              <a:t>MCI Baseline Group (N = 81) (MCI-MCI &amp; MCI-AD)</a:t>
            </a:r>
          </a:p>
        </p:txBody>
      </p:sp>
    </p:spTree>
    <p:extLst>
      <p:ext uri="{BB962C8B-B14F-4D97-AF65-F5344CB8AC3E}">
        <p14:creationId xmlns:p14="http://schemas.microsoft.com/office/powerpoint/2010/main" val="1562873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F0210-DAA4-2907-84C2-E91F74715365}"/>
              </a:ext>
            </a:extLst>
          </p:cNvPr>
          <p:cNvSpPr>
            <a:spLocks noGrp="1"/>
          </p:cNvSpPr>
          <p:nvPr>
            <p:ph type="title"/>
          </p:nvPr>
        </p:nvSpPr>
        <p:spPr>
          <a:xfrm>
            <a:off x="627349" y="668463"/>
            <a:ext cx="8896350" cy="501650"/>
          </a:xfrm>
        </p:spPr>
        <p:txBody>
          <a:bodyPr>
            <a:normAutofit/>
          </a:bodyPr>
          <a:lstStyle/>
          <a:p>
            <a:r>
              <a:rPr lang="en-US" sz="2000" b="1">
                <a:latin typeface="+mn-lt"/>
              </a:rPr>
              <a:t>Confusion Matrix – Overall Group (N = 106)</a:t>
            </a:r>
          </a:p>
        </p:txBody>
      </p:sp>
      <p:graphicFrame>
        <p:nvGraphicFramePr>
          <p:cNvPr id="4" name="Table 3">
            <a:extLst>
              <a:ext uri="{FF2B5EF4-FFF2-40B4-BE49-F238E27FC236}">
                <a16:creationId xmlns:a16="http://schemas.microsoft.com/office/drawing/2014/main" id="{78D68617-4941-FFC1-CDB4-1C3FCE0B5DFF}"/>
              </a:ext>
            </a:extLst>
          </p:cNvPr>
          <p:cNvGraphicFramePr>
            <a:graphicFrameLocks noGrp="1"/>
          </p:cNvGraphicFramePr>
          <p:nvPr>
            <p:extLst>
              <p:ext uri="{D42A27DB-BD31-4B8C-83A1-F6EECF244321}">
                <p14:modId xmlns:p14="http://schemas.microsoft.com/office/powerpoint/2010/main" val="461092850"/>
              </p:ext>
            </p:extLst>
          </p:nvPr>
        </p:nvGraphicFramePr>
        <p:xfrm>
          <a:off x="782992" y="1209675"/>
          <a:ext cx="10515600" cy="1257301"/>
        </p:xfrm>
        <a:graphic>
          <a:graphicData uri="http://schemas.openxmlformats.org/drawingml/2006/table">
            <a:tbl>
              <a:tblPr firstRow="1" bandRow="1">
                <a:tableStyleId>{69012ECD-51FC-41F1-AA8D-1B2483CD663E}</a:tableStyleId>
              </a:tblPr>
              <a:tblGrid>
                <a:gridCol w="2129949">
                  <a:extLst>
                    <a:ext uri="{9D8B030D-6E8A-4147-A177-3AD203B41FA5}">
                      <a16:colId xmlns:a16="http://schemas.microsoft.com/office/drawing/2014/main" val="3674519306"/>
                    </a:ext>
                  </a:extLst>
                </a:gridCol>
                <a:gridCol w="891164">
                  <a:extLst>
                    <a:ext uri="{9D8B030D-6E8A-4147-A177-3AD203B41FA5}">
                      <a16:colId xmlns:a16="http://schemas.microsoft.com/office/drawing/2014/main" val="1611237799"/>
                    </a:ext>
                  </a:extLst>
                </a:gridCol>
                <a:gridCol w="868186">
                  <a:extLst>
                    <a:ext uri="{9D8B030D-6E8A-4147-A177-3AD203B41FA5}">
                      <a16:colId xmlns:a16="http://schemas.microsoft.com/office/drawing/2014/main" val="450376531"/>
                    </a:ext>
                  </a:extLst>
                </a:gridCol>
                <a:gridCol w="881144">
                  <a:extLst>
                    <a:ext uri="{9D8B030D-6E8A-4147-A177-3AD203B41FA5}">
                      <a16:colId xmlns:a16="http://schemas.microsoft.com/office/drawing/2014/main" val="3274332471"/>
                    </a:ext>
                  </a:extLst>
                </a:gridCol>
                <a:gridCol w="790438">
                  <a:extLst>
                    <a:ext uri="{9D8B030D-6E8A-4147-A177-3AD203B41FA5}">
                      <a16:colId xmlns:a16="http://schemas.microsoft.com/office/drawing/2014/main" val="2507387007"/>
                    </a:ext>
                  </a:extLst>
                </a:gridCol>
                <a:gridCol w="1319815">
                  <a:extLst>
                    <a:ext uri="{9D8B030D-6E8A-4147-A177-3AD203B41FA5}">
                      <a16:colId xmlns:a16="http://schemas.microsoft.com/office/drawing/2014/main" val="1944617118"/>
                    </a:ext>
                  </a:extLst>
                </a:gridCol>
                <a:gridCol w="1470002">
                  <a:extLst>
                    <a:ext uri="{9D8B030D-6E8A-4147-A177-3AD203B41FA5}">
                      <a16:colId xmlns:a16="http://schemas.microsoft.com/office/drawing/2014/main" val="3545644948"/>
                    </a:ext>
                  </a:extLst>
                </a:gridCol>
                <a:gridCol w="1082452">
                  <a:extLst>
                    <a:ext uri="{9D8B030D-6E8A-4147-A177-3AD203B41FA5}">
                      <a16:colId xmlns:a16="http://schemas.microsoft.com/office/drawing/2014/main" val="2825627946"/>
                    </a:ext>
                  </a:extLst>
                </a:gridCol>
                <a:gridCol w="1082452">
                  <a:extLst>
                    <a:ext uri="{9D8B030D-6E8A-4147-A177-3AD203B41FA5}">
                      <a16:colId xmlns:a16="http://schemas.microsoft.com/office/drawing/2014/main" val="2400027995"/>
                    </a:ext>
                  </a:extLst>
                </a:gridCol>
              </a:tblGrid>
              <a:tr h="297842">
                <a:tc>
                  <a:txBody>
                    <a:bodyPr/>
                    <a:lstStyle/>
                    <a:p>
                      <a:pPr marL="0" marR="0" algn="ctr" fontAlgn="ctr">
                        <a:buNone/>
                      </a:pPr>
                      <a:r>
                        <a:rPr lang="en-US" sz="1400" b="1">
                          <a:effectLst/>
                        </a:rPr>
                        <a:t>Model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Accuracy</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Precision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Recall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F1</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606044"/>
                  </a:ext>
                </a:extLst>
              </a:tr>
              <a:tr h="342901">
                <a:tc>
                  <a:txBody>
                    <a:bodyPr/>
                    <a:lstStyle/>
                    <a:p>
                      <a:pPr marL="0" marR="0" algn="ctr" fontAlgn="ctr">
                        <a:buNone/>
                      </a:pPr>
                      <a:r>
                        <a:rPr lang="en-US" sz="1400" b="1" i="0">
                          <a:effectLst/>
                          <a:latin typeface="system-ui"/>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0.764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0.667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0.571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0.615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394656"/>
                  </a:ext>
                </a:extLst>
              </a:tr>
              <a:tr h="297842">
                <a:tc>
                  <a:txBody>
                    <a:bodyPr/>
                    <a:lstStyle/>
                    <a:p>
                      <a:pPr marL="0" marR="0" algn="ctr" fontAlgn="ctr">
                        <a:buNone/>
                      </a:pPr>
                      <a:r>
                        <a:rPr lang="en-US" sz="1400" b="1" i="0">
                          <a:effectLst/>
                          <a:latin typeface="system-ui"/>
                        </a:rPr>
                        <a:t>TPOT (Extra Trees)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0.821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0.735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0.714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0.725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122073"/>
                  </a:ext>
                </a:extLst>
              </a:tr>
              <a:tr h="297842">
                <a:tc>
                  <a:txBody>
                    <a:bodyPr/>
                    <a:lstStyle/>
                    <a:p>
                      <a:pPr marL="0" marR="0" algn="ctr" fontAlgn="ctr">
                        <a:buNone/>
                      </a:pPr>
                      <a:r>
                        <a:rPr lang="en-US" sz="1400" b="1" i="0">
                          <a:effectLst/>
                          <a:latin typeface="system-ui"/>
                        </a:rPr>
                        <a:t>XGBoost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0.736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0.585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0.686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0.632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157090"/>
                  </a:ext>
                </a:extLst>
              </a:tr>
            </a:tbl>
          </a:graphicData>
        </a:graphic>
      </p:graphicFrame>
      <p:graphicFrame>
        <p:nvGraphicFramePr>
          <p:cNvPr id="5" name="Table 4">
            <a:extLst>
              <a:ext uri="{FF2B5EF4-FFF2-40B4-BE49-F238E27FC236}">
                <a16:creationId xmlns:a16="http://schemas.microsoft.com/office/drawing/2014/main" id="{57485262-4D08-21A6-20BD-FCB4A7E1E9D0}"/>
              </a:ext>
            </a:extLst>
          </p:cNvPr>
          <p:cNvGraphicFramePr>
            <a:graphicFrameLocks noGrp="1"/>
          </p:cNvGraphicFramePr>
          <p:nvPr>
            <p:extLst>
              <p:ext uri="{D42A27DB-BD31-4B8C-83A1-F6EECF244321}">
                <p14:modId xmlns:p14="http://schemas.microsoft.com/office/powerpoint/2010/main" val="3054827284"/>
              </p:ext>
            </p:extLst>
          </p:nvPr>
        </p:nvGraphicFramePr>
        <p:xfrm>
          <a:off x="782992" y="3249241"/>
          <a:ext cx="10515600" cy="1257301"/>
        </p:xfrm>
        <a:graphic>
          <a:graphicData uri="http://schemas.openxmlformats.org/drawingml/2006/table">
            <a:tbl>
              <a:tblPr firstRow="1" bandRow="1">
                <a:tableStyleId>{69012ECD-51FC-41F1-AA8D-1B2483CD663E}</a:tableStyleId>
              </a:tblPr>
              <a:tblGrid>
                <a:gridCol w="2077456">
                  <a:extLst>
                    <a:ext uri="{9D8B030D-6E8A-4147-A177-3AD203B41FA5}">
                      <a16:colId xmlns:a16="http://schemas.microsoft.com/office/drawing/2014/main" val="3674519306"/>
                    </a:ext>
                  </a:extLst>
                </a:gridCol>
                <a:gridCol w="954681">
                  <a:extLst>
                    <a:ext uri="{9D8B030D-6E8A-4147-A177-3AD203B41FA5}">
                      <a16:colId xmlns:a16="http://schemas.microsoft.com/office/drawing/2014/main" val="1611237799"/>
                    </a:ext>
                  </a:extLst>
                </a:gridCol>
                <a:gridCol w="903781">
                  <a:extLst>
                    <a:ext uri="{9D8B030D-6E8A-4147-A177-3AD203B41FA5}">
                      <a16:colId xmlns:a16="http://schemas.microsoft.com/office/drawing/2014/main" val="450376531"/>
                    </a:ext>
                  </a:extLst>
                </a:gridCol>
                <a:gridCol w="903781">
                  <a:extLst>
                    <a:ext uri="{9D8B030D-6E8A-4147-A177-3AD203B41FA5}">
                      <a16:colId xmlns:a16="http://schemas.microsoft.com/office/drawing/2014/main" val="3274332471"/>
                    </a:ext>
                  </a:extLst>
                </a:gridCol>
                <a:gridCol w="863313">
                  <a:extLst>
                    <a:ext uri="{9D8B030D-6E8A-4147-A177-3AD203B41FA5}">
                      <a16:colId xmlns:a16="http://schemas.microsoft.com/office/drawing/2014/main" val="2507387007"/>
                    </a:ext>
                  </a:extLst>
                </a:gridCol>
                <a:gridCol w="1373926">
                  <a:extLst>
                    <a:ext uri="{9D8B030D-6E8A-4147-A177-3AD203B41FA5}">
                      <a16:colId xmlns:a16="http://schemas.microsoft.com/office/drawing/2014/main" val="1944617118"/>
                    </a:ext>
                  </a:extLst>
                </a:gridCol>
                <a:gridCol w="1386876">
                  <a:extLst>
                    <a:ext uri="{9D8B030D-6E8A-4147-A177-3AD203B41FA5}">
                      <a16:colId xmlns:a16="http://schemas.microsoft.com/office/drawing/2014/main" val="3545644948"/>
                    </a:ext>
                  </a:extLst>
                </a:gridCol>
                <a:gridCol w="1025893">
                  <a:extLst>
                    <a:ext uri="{9D8B030D-6E8A-4147-A177-3AD203B41FA5}">
                      <a16:colId xmlns:a16="http://schemas.microsoft.com/office/drawing/2014/main" val="2825627946"/>
                    </a:ext>
                  </a:extLst>
                </a:gridCol>
                <a:gridCol w="1025893">
                  <a:extLst>
                    <a:ext uri="{9D8B030D-6E8A-4147-A177-3AD203B41FA5}">
                      <a16:colId xmlns:a16="http://schemas.microsoft.com/office/drawing/2014/main" val="2400027995"/>
                    </a:ext>
                  </a:extLst>
                </a:gridCol>
              </a:tblGrid>
              <a:tr h="297842">
                <a:tc>
                  <a:txBody>
                    <a:bodyPr/>
                    <a:lstStyle/>
                    <a:p>
                      <a:pPr marL="0" marR="0" algn="ctr" fontAlgn="ctr">
                        <a:buNone/>
                      </a:pPr>
                      <a:r>
                        <a:rPr lang="en-US" sz="1400" b="1">
                          <a:effectLst/>
                        </a:rPr>
                        <a:t>Model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Accuracy</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Precision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Recall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F1</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606044"/>
                  </a:ext>
                </a:extLst>
              </a:tr>
              <a:tr h="342901">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0.143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394656"/>
                  </a:ext>
                </a:extLst>
              </a:tr>
              <a:tr h="297842">
                <a:tc>
                  <a:txBody>
                    <a:bodyPr/>
                    <a:lstStyle/>
                    <a:p>
                      <a:pPr marL="0" marR="0" algn="ctr" fontAlgn="ctr">
                        <a:buNone/>
                      </a:pPr>
                      <a:r>
                        <a:rPr lang="en-US" sz="1400" b="1" i="0">
                          <a:effectLst/>
                          <a:latin typeface="system-ui"/>
                        </a:rPr>
                        <a:t>TPOT (Extra Trees)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0.840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0.800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0.571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0.667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122073"/>
                  </a:ext>
                </a:extLst>
              </a:tr>
              <a:tr h="297842">
                <a:tc>
                  <a:txBody>
                    <a:bodyPr/>
                    <a:lstStyle/>
                    <a:p>
                      <a:pPr marL="0" marR="0" algn="ctr" fontAlgn="ctr">
                        <a:buNone/>
                      </a:pPr>
                      <a:r>
                        <a:rPr lang="en-US" sz="1400" b="1" i="0" err="1">
                          <a:effectLst/>
                          <a:latin typeface="Calibri" panose="020F0502020204030204" pitchFamily="34" charset="0"/>
                          <a:ea typeface="Calibri" panose="020F0502020204030204" pitchFamily="34" charset="0"/>
                          <a:cs typeface="Calibri" panose="020F0502020204030204" pitchFamily="34" charset="0"/>
                        </a:rPr>
                        <a:t>XGBoost</a:t>
                      </a:r>
                      <a:endParaRPr lang="en-US" sz="1400" b="1" i="0">
                        <a:effectLst/>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0.571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0.533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157090"/>
                  </a:ext>
                </a:extLst>
              </a:tr>
            </a:tbl>
          </a:graphicData>
        </a:graphic>
      </p:graphicFrame>
      <p:sp>
        <p:nvSpPr>
          <p:cNvPr id="6" name="Title 1">
            <a:extLst>
              <a:ext uri="{FF2B5EF4-FFF2-40B4-BE49-F238E27FC236}">
                <a16:creationId xmlns:a16="http://schemas.microsoft.com/office/drawing/2014/main" id="{60004065-E9EB-E085-62EF-B0C862474DB8}"/>
              </a:ext>
            </a:extLst>
          </p:cNvPr>
          <p:cNvSpPr txBox="1">
            <a:spLocks/>
          </p:cNvSpPr>
          <p:nvPr/>
        </p:nvSpPr>
        <p:spPr>
          <a:xfrm>
            <a:off x="782992" y="2668466"/>
            <a:ext cx="10515600" cy="365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a:latin typeface="+mn-lt"/>
              </a:rPr>
              <a:t>CN Baseline Group (N = 25) (CN-CN &amp; CN-MCI)</a:t>
            </a:r>
          </a:p>
        </p:txBody>
      </p:sp>
      <p:graphicFrame>
        <p:nvGraphicFramePr>
          <p:cNvPr id="8" name="Table 7">
            <a:extLst>
              <a:ext uri="{FF2B5EF4-FFF2-40B4-BE49-F238E27FC236}">
                <a16:creationId xmlns:a16="http://schemas.microsoft.com/office/drawing/2014/main" id="{1208077A-4A2A-3B8C-50EC-1DF19D373C3F}"/>
              </a:ext>
            </a:extLst>
          </p:cNvPr>
          <p:cNvGraphicFramePr>
            <a:graphicFrameLocks noGrp="1"/>
          </p:cNvGraphicFramePr>
          <p:nvPr>
            <p:extLst>
              <p:ext uri="{D42A27DB-BD31-4B8C-83A1-F6EECF244321}">
                <p14:modId xmlns:p14="http://schemas.microsoft.com/office/powerpoint/2010/main" val="2562090750"/>
              </p:ext>
            </p:extLst>
          </p:nvPr>
        </p:nvGraphicFramePr>
        <p:xfrm>
          <a:off x="782992" y="5288807"/>
          <a:ext cx="10515600" cy="1257301"/>
        </p:xfrm>
        <a:graphic>
          <a:graphicData uri="http://schemas.openxmlformats.org/drawingml/2006/table">
            <a:tbl>
              <a:tblPr firstRow="1" bandRow="1">
                <a:tableStyleId>{69012ECD-51FC-41F1-AA8D-1B2483CD663E}</a:tableStyleId>
              </a:tblPr>
              <a:tblGrid>
                <a:gridCol w="2089345">
                  <a:extLst>
                    <a:ext uri="{9D8B030D-6E8A-4147-A177-3AD203B41FA5}">
                      <a16:colId xmlns:a16="http://schemas.microsoft.com/office/drawing/2014/main" val="3674519306"/>
                    </a:ext>
                  </a:extLst>
                </a:gridCol>
                <a:gridCol w="953336">
                  <a:extLst>
                    <a:ext uri="{9D8B030D-6E8A-4147-A177-3AD203B41FA5}">
                      <a16:colId xmlns:a16="http://schemas.microsoft.com/office/drawing/2014/main" val="1611237799"/>
                    </a:ext>
                  </a:extLst>
                </a:gridCol>
                <a:gridCol w="902508">
                  <a:extLst>
                    <a:ext uri="{9D8B030D-6E8A-4147-A177-3AD203B41FA5}">
                      <a16:colId xmlns:a16="http://schemas.microsoft.com/office/drawing/2014/main" val="450376531"/>
                    </a:ext>
                  </a:extLst>
                </a:gridCol>
                <a:gridCol w="902508">
                  <a:extLst>
                    <a:ext uri="{9D8B030D-6E8A-4147-A177-3AD203B41FA5}">
                      <a16:colId xmlns:a16="http://schemas.microsoft.com/office/drawing/2014/main" val="3274332471"/>
                    </a:ext>
                  </a:extLst>
                </a:gridCol>
                <a:gridCol w="862096">
                  <a:extLst>
                    <a:ext uri="{9D8B030D-6E8A-4147-A177-3AD203B41FA5}">
                      <a16:colId xmlns:a16="http://schemas.microsoft.com/office/drawing/2014/main" val="2507387007"/>
                    </a:ext>
                  </a:extLst>
                </a:gridCol>
                <a:gridCol w="1371991">
                  <a:extLst>
                    <a:ext uri="{9D8B030D-6E8A-4147-A177-3AD203B41FA5}">
                      <a16:colId xmlns:a16="http://schemas.microsoft.com/office/drawing/2014/main" val="1944617118"/>
                    </a:ext>
                  </a:extLst>
                </a:gridCol>
                <a:gridCol w="1384922">
                  <a:extLst>
                    <a:ext uri="{9D8B030D-6E8A-4147-A177-3AD203B41FA5}">
                      <a16:colId xmlns:a16="http://schemas.microsoft.com/office/drawing/2014/main" val="3545644948"/>
                    </a:ext>
                  </a:extLst>
                </a:gridCol>
                <a:gridCol w="1024447">
                  <a:extLst>
                    <a:ext uri="{9D8B030D-6E8A-4147-A177-3AD203B41FA5}">
                      <a16:colId xmlns:a16="http://schemas.microsoft.com/office/drawing/2014/main" val="2825627946"/>
                    </a:ext>
                  </a:extLst>
                </a:gridCol>
                <a:gridCol w="1024447">
                  <a:extLst>
                    <a:ext uri="{9D8B030D-6E8A-4147-A177-3AD203B41FA5}">
                      <a16:colId xmlns:a16="http://schemas.microsoft.com/office/drawing/2014/main" val="2400027995"/>
                    </a:ext>
                  </a:extLst>
                </a:gridCol>
              </a:tblGrid>
              <a:tr h="297842">
                <a:tc>
                  <a:txBody>
                    <a:bodyPr/>
                    <a:lstStyle/>
                    <a:p>
                      <a:pPr marL="0" marR="0" algn="ctr" fontAlgn="ctr">
                        <a:buNone/>
                      </a:pPr>
                      <a:r>
                        <a:rPr lang="en-US" sz="1400" b="1">
                          <a:effectLst/>
                        </a:rPr>
                        <a:t>Model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Accuracy</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Precision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Recall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F1</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606044"/>
                  </a:ext>
                </a:extLst>
              </a:tr>
              <a:tr h="342901">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394656"/>
                  </a:ext>
                </a:extLst>
              </a:tr>
              <a:tr h="297842">
                <a:tc>
                  <a:txBody>
                    <a:bodyPr/>
                    <a:lstStyle/>
                    <a:p>
                      <a:pPr marL="0" marR="0" algn="ctr" fontAlgn="ctr">
                        <a:buNone/>
                      </a:pPr>
                      <a:r>
                        <a:rPr lang="en-US" sz="1400" b="1" i="0">
                          <a:effectLst/>
                          <a:latin typeface="system-ui"/>
                        </a:rPr>
                        <a:t>TPOT (Extra Trees)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0.815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0.724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0.750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0.737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122073"/>
                  </a:ext>
                </a:extLst>
              </a:tr>
              <a:tr h="297842">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XGBoost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157090"/>
                  </a:ext>
                </a:extLst>
              </a:tr>
            </a:tbl>
          </a:graphicData>
        </a:graphic>
      </p:graphicFrame>
      <p:sp>
        <p:nvSpPr>
          <p:cNvPr id="9" name="Title 1">
            <a:extLst>
              <a:ext uri="{FF2B5EF4-FFF2-40B4-BE49-F238E27FC236}">
                <a16:creationId xmlns:a16="http://schemas.microsoft.com/office/drawing/2014/main" id="{8EF3A976-C4FE-9404-F04D-A3F996F8C84A}"/>
              </a:ext>
            </a:extLst>
          </p:cNvPr>
          <p:cNvSpPr txBox="1">
            <a:spLocks/>
          </p:cNvSpPr>
          <p:nvPr/>
        </p:nvSpPr>
        <p:spPr>
          <a:xfrm>
            <a:off x="782992" y="4708032"/>
            <a:ext cx="10515600" cy="365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a:latin typeface="+mn-lt"/>
              </a:rPr>
              <a:t>MCI Baseline Group (N = 81) (MCI-MCI &amp; MCI-AD)</a:t>
            </a:r>
          </a:p>
        </p:txBody>
      </p:sp>
    </p:spTree>
    <p:extLst>
      <p:ext uri="{BB962C8B-B14F-4D97-AF65-F5344CB8AC3E}">
        <p14:creationId xmlns:p14="http://schemas.microsoft.com/office/powerpoint/2010/main" val="4153683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CBEA42-9B7F-6B6A-9773-D00E2E5921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832" y="1921844"/>
            <a:ext cx="3304542" cy="3468896"/>
          </a:xfrm>
          <a:prstGeom prst="rect">
            <a:avLst/>
          </a:prstGeom>
          <a:ln w="19050">
            <a:solidFill>
              <a:schemeClr val="accent3">
                <a:lumMod val="60000"/>
                <a:lumOff val="40000"/>
              </a:schemeClr>
            </a:solidFill>
          </a:ln>
        </p:spPr>
      </p:pic>
      <p:pic>
        <p:nvPicPr>
          <p:cNvPr id="16" name="Picture 15">
            <a:extLst>
              <a:ext uri="{FF2B5EF4-FFF2-40B4-BE49-F238E27FC236}">
                <a16:creationId xmlns:a16="http://schemas.microsoft.com/office/drawing/2014/main" id="{12809DEE-F851-7E1C-7FCA-D02A1684D0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6454" y="1910093"/>
            <a:ext cx="3302795" cy="3467060"/>
          </a:xfrm>
          <a:prstGeom prst="rect">
            <a:avLst/>
          </a:prstGeom>
          <a:ln w="19050">
            <a:solidFill>
              <a:schemeClr val="accent3">
                <a:lumMod val="60000"/>
                <a:lumOff val="40000"/>
              </a:schemeClr>
            </a:solidFill>
          </a:ln>
        </p:spPr>
      </p:pic>
      <p:pic>
        <p:nvPicPr>
          <p:cNvPr id="27" name="Picture 26">
            <a:extLst>
              <a:ext uri="{FF2B5EF4-FFF2-40B4-BE49-F238E27FC236}">
                <a16:creationId xmlns:a16="http://schemas.microsoft.com/office/drawing/2014/main" id="{F76258F8-E603-1DCF-C684-0E1D5C6B1C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65329" y="1788494"/>
            <a:ext cx="3302795" cy="3467060"/>
          </a:xfrm>
          <a:prstGeom prst="rect">
            <a:avLst/>
          </a:prstGeom>
          <a:ln w="19050">
            <a:solidFill>
              <a:schemeClr val="accent3">
                <a:lumMod val="60000"/>
                <a:lumOff val="40000"/>
              </a:schemeClr>
            </a:solidFill>
          </a:ln>
        </p:spPr>
      </p:pic>
      <p:sp>
        <p:nvSpPr>
          <p:cNvPr id="30" name="TextBox 29">
            <a:extLst>
              <a:ext uri="{FF2B5EF4-FFF2-40B4-BE49-F238E27FC236}">
                <a16:creationId xmlns:a16="http://schemas.microsoft.com/office/drawing/2014/main" id="{AEB6C38E-B402-6F66-DC58-DC1A189B9ABE}"/>
              </a:ext>
            </a:extLst>
          </p:cNvPr>
          <p:cNvSpPr txBox="1"/>
          <p:nvPr/>
        </p:nvSpPr>
        <p:spPr>
          <a:xfrm>
            <a:off x="385832" y="597839"/>
            <a:ext cx="3825621" cy="923330"/>
          </a:xfrm>
          <a:prstGeom prst="rect">
            <a:avLst/>
          </a:prstGeom>
          <a:noFill/>
        </p:spPr>
        <p:txBody>
          <a:bodyPr wrap="square" rtlCol="0">
            <a:spAutoFit/>
          </a:bodyPr>
          <a:lstStyle/>
          <a:p>
            <a:r>
              <a:rPr lang="en-US" b="1"/>
              <a:t>Overall Group (N=106)</a:t>
            </a:r>
          </a:p>
          <a:p>
            <a:pPr marL="285750" indent="-285750">
              <a:buFont typeface="Arial" panose="020B0604020202020204" pitchFamily="34" charset="0"/>
              <a:buChar char="•"/>
            </a:pPr>
            <a:r>
              <a:rPr lang="en-US"/>
              <a:t>Best model is TPOT(Extra Trees) in the middle</a:t>
            </a:r>
          </a:p>
        </p:txBody>
      </p:sp>
      <p:sp>
        <p:nvSpPr>
          <p:cNvPr id="32" name="TextBox 31">
            <a:extLst>
              <a:ext uri="{FF2B5EF4-FFF2-40B4-BE49-F238E27FC236}">
                <a16:creationId xmlns:a16="http://schemas.microsoft.com/office/drawing/2014/main" id="{59F23C59-33FC-E506-CA33-426CD242E6EC}"/>
              </a:ext>
            </a:extLst>
          </p:cNvPr>
          <p:cNvSpPr txBox="1"/>
          <p:nvPr/>
        </p:nvSpPr>
        <p:spPr>
          <a:xfrm>
            <a:off x="4493096" y="782505"/>
            <a:ext cx="2884764" cy="369332"/>
          </a:xfrm>
          <a:prstGeom prst="rect">
            <a:avLst/>
          </a:prstGeom>
          <a:noFill/>
        </p:spPr>
        <p:txBody>
          <a:bodyPr wrap="none" rtlCol="0">
            <a:spAutoFit/>
          </a:bodyPr>
          <a:lstStyle/>
          <a:p>
            <a:r>
              <a:rPr lang="en-US" b="1"/>
              <a:t>CN Baseline Group (N=25)</a:t>
            </a:r>
          </a:p>
        </p:txBody>
      </p:sp>
      <p:sp>
        <p:nvSpPr>
          <p:cNvPr id="34" name="TextBox 33">
            <a:extLst>
              <a:ext uri="{FF2B5EF4-FFF2-40B4-BE49-F238E27FC236}">
                <a16:creationId xmlns:a16="http://schemas.microsoft.com/office/drawing/2014/main" id="{21DE3E44-D49F-0708-C2FF-7DB8726C59B4}"/>
              </a:ext>
            </a:extLst>
          </p:cNvPr>
          <p:cNvSpPr txBox="1"/>
          <p:nvPr/>
        </p:nvSpPr>
        <p:spPr>
          <a:xfrm>
            <a:off x="8194929" y="690172"/>
            <a:ext cx="2974532" cy="369332"/>
          </a:xfrm>
          <a:prstGeom prst="rect">
            <a:avLst/>
          </a:prstGeom>
          <a:noFill/>
        </p:spPr>
        <p:txBody>
          <a:bodyPr wrap="none" rtlCol="0">
            <a:spAutoFit/>
          </a:bodyPr>
          <a:lstStyle/>
          <a:p>
            <a:r>
              <a:rPr lang="en-US" b="1"/>
              <a:t>MCI Baseline Group (N=81)</a:t>
            </a:r>
          </a:p>
        </p:txBody>
      </p:sp>
      <p:sp>
        <p:nvSpPr>
          <p:cNvPr id="35" name="Slide title"/>
          <p:cNvSpPr txBox="1"/>
          <p:nvPr/>
        </p:nvSpPr>
        <p:spPr>
          <a:xfrm>
            <a:off x="384048" y="73152"/>
            <a:ext cx="11247120" cy="411480"/>
          </a:xfrm>
          <a:prstGeom prst="rect">
            <a:avLst/>
          </a:prstGeom>
          <a:noFill/>
        </p:spPr>
        <p:txBody>
          <a:bodyPr wrap="square" lIns="0" tIns="0" rIns="0" bIns="0"/>
          <a:lstStyle/>
          <a:p>
            <a:r>
              <a:rPr lang="en-US" sz="2200" b="1">
                <a:solidFill>
                  <a:srgbClr val="111111"/>
                </a:solidFill>
                <a:latin typeface="Arial"/>
              </a:rPr>
              <a:t>Extra Trees Confusion Matrices by Baseline Group</a:t>
            </a:r>
          </a:p>
        </p:txBody>
      </p:sp>
    </p:spTree>
    <p:extLst>
      <p:ext uri="{BB962C8B-B14F-4D97-AF65-F5344CB8AC3E}">
        <p14:creationId xmlns:p14="http://schemas.microsoft.com/office/powerpoint/2010/main" val="2808335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BE4A1-9485-0551-720E-BC11B3722E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A7DA20E-1133-8CCF-C300-236B4ACCA8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363" y="122559"/>
            <a:ext cx="2041712" cy="2144392"/>
          </a:xfrm>
          <a:prstGeom prst="rect">
            <a:avLst/>
          </a:prstGeom>
        </p:spPr>
      </p:pic>
      <p:pic>
        <p:nvPicPr>
          <p:cNvPr id="5" name="Picture 4">
            <a:extLst>
              <a:ext uri="{FF2B5EF4-FFF2-40B4-BE49-F238E27FC236}">
                <a16:creationId xmlns:a16="http://schemas.microsoft.com/office/drawing/2014/main" id="{706EF03E-7712-DB70-57AD-86D8B2C6CC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9434" y="122559"/>
            <a:ext cx="2042792" cy="2144392"/>
          </a:xfrm>
          <a:prstGeom prst="rect">
            <a:avLst/>
          </a:prstGeom>
          <a:ln w="19050">
            <a:solidFill>
              <a:schemeClr val="accent3">
                <a:lumMod val="60000"/>
                <a:lumOff val="40000"/>
              </a:schemeClr>
            </a:solidFill>
          </a:ln>
        </p:spPr>
      </p:pic>
      <p:pic>
        <p:nvPicPr>
          <p:cNvPr id="7" name="Picture 6">
            <a:extLst>
              <a:ext uri="{FF2B5EF4-FFF2-40B4-BE49-F238E27FC236}">
                <a16:creationId xmlns:a16="http://schemas.microsoft.com/office/drawing/2014/main" id="{555419C8-AC13-0F3D-223C-027AF2A423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3585" y="122559"/>
            <a:ext cx="2042793" cy="2144392"/>
          </a:xfrm>
          <a:prstGeom prst="rect">
            <a:avLst/>
          </a:prstGeom>
        </p:spPr>
      </p:pic>
      <p:pic>
        <p:nvPicPr>
          <p:cNvPr id="12" name="Picture 11">
            <a:extLst>
              <a:ext uri="{FF2B5EF4-FFF2-40B4-BE49-F238E27FC236}">
                <a16:creationId xmlns:a16="http://schemas.microsoft.com/office/drawing/2014/main" id="{D86C685F-8D6D-4456-808E-E917B650D6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362" y="4688166"/>
            <a:ext cx="2041712" cy="2144392"/>
          </a:xfrm>
          <a:prstGeom prst="rect">
            <a:avLst/>
          </a:prstGeom>
        </p:spPr>
      </p:pic>
      <p:pic>
        <p:nvPicPr>
          <p:cNvPr id="16" name="Picture 15">
            <a:extLst>
              <a:ext uri="{FF2B5EF4-FFF2-40B4-BE49-F238E27FC236}">
                <a16:creationId xmlns:a16="http://schemas.microsoft.com/office/drawing/2014/main" id="{E1018EEF-30F0-C3BC-EE0B-033DA74722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09435" y="2398094"/>
            <a:ext cx="2041712" cy="2143257"/>
          </a:xfrm>
          <a:prstGeom prst="rect">
            <a:avLst/>
          </a:prstGeom>
          <a:ln w="19050">
            <a:solidFill>
              <a:schemeClr val="accent3">
                <a:lumMod val="60000"/>
                <a:lumOff val="40000"/>
              </a:schemeClr>
            </a:solidFill>
          </a:ln>
        </p:spPr>
      </p:pic>
      <p:pic>
        <p:nvPicPr>
          <p:cNvPr id="20" name="Picture 19">
            <a:extLst>
              <a:ext uri="{FF2B5EF4-FFF2-40B4-BE49-F238E27FC236}">
                <a16:creationId xmlns:a16="http://schemas.microsoft.com/office/drawing/2014/main" id="{96D34AFD-DCEE-5647-27F9-B37BDAFAC5D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62508" y="2398094"/>
            <a:ext cx="2041712" cy="2143257"/>
          </a:xfrm>
          <a:prstGeom prst="rect">
            <a:avLst/>
          </a:prstGeom>
        </p:spPr>
      </p:pic>
      <p:pic>
        <p:nvPicPr>
          <p:cNvPr id="25" name="Picture 24">
            <a:extLst>
              <a:ext uri="{FF2B5EF4-FFF2-40B4-BE49-F238E27FC236}">
                <a16:creationId xmlns:a16="http://schemas.microsoft.com/office/drawing/2014/main" id="{310BB98D-8847-7709-0698-0F59303A3D3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6361" y="2398094"/>
            <a:ext cx="2041711" cy="2144392"/>
          </a:xfrm>
          <a:prstGeom prst="rect">
            <a:avLst/>
          </a:prstGeom>
        </p:spPr>
      </p:pic>
      <p:pic>
        <p:nvPicPr>
          <p:cNvPr id="27" name="Picture 26">
            <a:extLst>
              <a:ext uri="{FF2B5EF4-FFF2-40B4-BE49-F238E27FC236}">
                <a16:creationId xmlns:a16="http://schemas.microsoft.com/office/drawing/2014/main" id="{345866F1-F459-69C5-C288-BB79FE2DDFB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09435" y="4688166"/>
            <a:ext cx="2041712" cy="2143257"/>
          </a:xfrm>
          <a:prstGeom prst="rect">
            <a:avLst/>
          </a:prstGeom>
          <a:ln w="19050">
            <a:solidFill>
              <a:schemeClr val="accent3">
                <a:lumMod val="60000"/>
                <a:lumOff val="40000"/>
              </a:schemeClr>
            </a:solidFill>
          </a:ln>
        </p:spPr>
      </p:pic>
      <p:pic>
        <p:nvPicPr>
          <p:cNvPr id="29" name="Picture 28">
            <a:extLst>
              <a:ext uri="{FF2B5EF4-FFF2-40B4-BE49-F238E27FC236}">
                <a16:creationId xmlns:a16="http://schemas.microsoft.com/office/drawing/2014/main" id="{51754D2B-3236-FC96-F92C-72626FC6ADD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662508" y="4688166"/>
            <a:ext cx="2041712" cy="2143257"/>
          </a:xfrm>
          <a:prstGeom prst="rect">
            <a:avLst/>
          </a:prstGeom>
        </p:spPr>
      </p:pic>
      <p:sp>
        <p:nvSpPr>
          <p:cNvPr id="30" name="TextBox 29">
            <a:extLst>
              <a:ext uri="{FF2B5EF4-FFF2-40B4-BE49-F238E27FC236}">
                <a16:creationId xmlns:a16="http://schemas.microsoft.com/office/drawing/2014/main" id="{9566D6CF-57D9-1061-457D-A32FE7946E64}"/>
              </a:ext>
            </a:extLst>
          </p:cNvPr>
          <p:cNvSpPr txBox="1"/>
          <p:nvPr/>
        </p:nvSpPr>
        <p:spPr>
          <a:xfrm>
            <a:off x="8033004" y="823436"/>
            <a:ext cx="3825621" cy="923330"/>
          </a:xfrm>
          <a:prstGeom prst="rect">
            <a:avLst/>
          </a:prstGeom>
          <a:noFill/>
        </p:spPr>
        <p:txBody>
          <a:bodyPr wrap="square" rtlCol="0">
            <a:spAutoFit/>
          </a:bodyPr>
          <a:lstStyle/>
          <a:p>
            <a:r>
              <a:rPr lang="en-US" b="1"/>
              <a:t>Overall Group (N=106)</a:t>
            </a:r>
          </a:p>
          <a:p>
            <a:pPr marL="285750" indent="-285750">
              <a:buFont typeface="Arial" panose="020B0604020202020204" pitchFamily="34" charset="0"/>
              <a:buChar char="•"/>
            </a:pPr>
            <a:r>
              <a:rPr lang="en-US"/>
              <a:t>Best model is TPOT(Extra Trees) in the middle</a:t>
            </a:r>
          </a:p>
        </p:txBody>
      </p:sp>
      <p:sp>
        <p:nvSpPr>
          <p:cNvPr id="32" name="TextBox 31">
            <a:extLst>
              <a:ext uri="{FF2B5EF4-FFF2-40B4-BE49-F238E27FC236}">
                <a16:creationId xmlns:a16="http://schemas.microsoft.com/office/drawing/2014/main" id="{854AD839-DBD3-BA27-BF41-B544FE303B37}"/>
              </a:ext>
            </a:extLst>
          </p:cNvPr>
          <p:cNvSpPr txBox="1"/>
          <p:nvPr/>
        </p:nvSpPr>
        <p:spPr>
          <a:xfrm>
            <a:off x="8033004" y="3138125"/>
            <a:ext cx="2884764" cy="369332"/>
          </a:xfrm>
          <a:prstGeom prst="rect">
            <a:avLst/>
          </a:prstGeom>
          <a:noFill/>
        </p:spPr>
        <p:txBody>
          <a:bodyPr wrap="none" rtlCol="0">
            <a:spAutoFit/>
          </a:bodyPr>
          <a:lstStyle/>
          <a:p>
            <a:r>
              <a:rPr lang="en-US" b="1"/>
              <a:t>CN Baseline Group (N=25)</a:t>
            </a:r>
          </a:p>
        </p:txBody>
      </p:sp>
      <p:sp>
        <p:nvSpPr>
          <p:cNvPr id="34" name="TextBox 33">
            <a:extLst>
              <a:ext uri="{FF2B5EF4-FFF2-40B4-BE49-F238E27FC236}">
                <a16:creationId xmlns:a16="http://schemas.microsoft.com/office/drawing/2014/main" id="{5D1567B1-0DF4-EE33-A917-194FB6552BBD}"/>
              </a:ext>
            </a:extLst>
          </p:cNvPr>
          <p:cNvSpPr txBox="1"/>
          <p:nvPr/>
        </p:nvSpPr>
        <p:spPr>
          <a:xfrm>
            <a:off x="8033004" y="5390462"/>
            <a:ext cx="2974532" cy="369332"/>
          </a:xfrm>
          <a:prstGeom prst="rect">
            <a:avLst/>
          </a:prstGeom>
          <a:noFill/>
        </p:spPr>
        <p:txBody>
          <a:bodyPr wrap="none" rtlCol="0">
            <a:spAutoFit/>
          </a:bodyPr>
          <a:lstStyle/>
          <a:p>
            <a:r>
              <a:rPr lang="en-US" b="1"/>
              <a:t>MCI Baseline Group (N=81)</a:t>
            </a:r>
          </a:p>
        </p:txBody>
      </p:sp>
      <p:sp>
        <p:nvSpPr>
          <p:cNvPr id="35" name="Slide title"/>
          <p:cNvSpPr txBox="1"/>
          <p:nvPr/>
        </p:nvSpPr>
        <p:spPr>
          <a:xfrm>
            <a:off x="8037576" y="73152"/>
            <a:ext cx="3886200" cy="621792"/>
          </a:xfrm>
          <a:prstGeom prst="rect">
            <a:avLst/>
          </a:prstGeom>
          <a:noFill/>
        </p:spPr>
        <p:txBody>
          <a:bodyPr wrap="square" lIns="0" tIns="0" rIns="0" bIns="0"/>
          <a:lstStyle/>
          <a:p>
            <a:r>
              <a:rPr lang="en-US" sz="2000" b="1">
                <a:solidFill>
                  <a:srgbClr val="111111"/>
                </a:solidFill>
                <a:latin typeface="Arial"/>
              </a:rPr>
              <a:t>Confusion Matrices
Across Models</a:t>
            </a:r>
          </a:p>
        </p:txBody>
      </p:sp>
    </p:spTree>
    <p:extLst>
      <p:ext uri="{BB962C8B-B14F-4D97-AF65-F5344CB8AC3E}">
        <p14:creationId xmlns:p14="http://schemas.microsoft.com/office/powerpoint/2010/main" val="3933570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511D7-3766-AB86-25F6-2DD8121DE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4F7FC-7539-648C-88F3-B14BBB73BA2F}"/>
              </a:ext>
            </a:extLst>
          </p:cNvPr>
          <p:cNvSpPr>
            <a:spLocks noGrp="1"/>
          </p:cNvSpPr>
          <p:nvPr>
            <p:ph type="title"/>
          </p:nvPr>
        </p:nvSpPr>
        <p:spPr>
          <a:xfrm>
            <a:off x="838200" y="365125"/>
            <a:ext cx="10515600" cy="777875"/>
          </a:xfrm>
        </p:spPr>
        <p:txBody>
          <a:bodyPr>
            <a:normAutofit/>
          </a:bodyPr>
          <a:lstStyle/>
          <a:p>
            <a:r>
              <a:rPr lang="en-US" sz="3200">
                <a:latin typeface="+mn-lt"/>
              </a:rPr>
              <a:t>Confusion Matrix – Overall Group (N = 106)</a:t>
            </a:r>
          </a:p>
        </p:txBody>
      </p:sp>
      <p:graphicFrame>
        <p:nvGraphicFramePr>
          <p:cNvPr id="4" name="Table 3">
            <a:extLst>
              <a:ext uri="{FF2B5EF4-FFF2-40B4-BE49-F238E27FC236}">
                <a16:creationId xmlns:a16="http://schemas.microsoft.com/office/drawing/2014/main" id="{56035BB4-E1A7-2A1D-B050-5EF8869DCDD1}"/>
              </a:ext>
            </a:extLst>
          </p:cNvPr>
          <p:cNvGraphicFramePr>
            <a:graphicFrameLocks noGrp="1"/>
          </p:cNvGraphicFramePr>
          <p:nvPr>
            <p:extLst>
              <p:ext uri="{D42A27DB-BD31-4B8C-83A1-F6EECF244321}">
                <p14:modId xmlns:p14="http://schemas.microsoft.com/office/powerpoint/2010/main" val="817657033"/>
              </p:ext>
            </p:extLst>
          </p:nvPr>
        </p:nvGraphicFramePr>
        <p:xfrm>
          <a:off x="838200" y="1209675"/>
          <a:ext cx="10515600" cy="1257301"/>
        </p:xfrm>
        <a:graphic>
          <a:graphicData uri="http://schemas.openxmlformats.org/drawingml/2006/table">
            <a:tbl>
              <a:tblPr firstRow="1" bandRow="1">
                <a:tableStyleId>{69012ECD-51FC-41F1-AA8D-1B2483CD663E}</a:tableStyleId>
              </a:tblPr>
              <a:tblGrid>
                <a:gridCol w="2129949">
                  <a:extLst>
                    <a:ext uri="{9D8B030D-6E8A-4147-A177-3AD203B41FA5}">
                      <a16:colId xmlns:a16="http://schemas.microsoft.com/office/drawing/2014/main" val="3674519306"/>
                    </a:ext>
                  </a:extLst>
                </a:gridCol>
                <a:gridCol w="891164">
                  <a:extLst>
                    <a:ext uri="{9D8B030D-6E8A-4147-A177-3AD203B41FA5}">
                      <a16:colId xmlns:a16="http://schemas.microsoft.com/office/drawing/2014/main" val="1611237799"/>
                    </a:ext>
                  </a:extLst>
                </a:gridCol>
                <a:gridCol w="868186">
                  <a:extLst>
                    <a:ext uri="{9D8B030D-6E8A-4147-A177-3AD203B41FA5}">
                      <a16:colId xmlns:a16="http://schemas.microsoft.com/office/drawing/2014/main" val="450376531"/>
                    </a:ext>
                  </a:extLst>
                </a:gridCol>
                <a:gridCol w="881144">
                  <a:extLst>
                    <a:ext uri="{9D8B030D-6E8A-4147-A177-3AD203B41FA5}">
                      <a16:colId xmlns:a16="http://schemas.microsoft.com/office/drawing/2014/main" val="3274332471"/>
                    </a:ext>
                  </a:extLst>
                </a:gridCol>
                <a:gridCol w="790438">
                  <a:extLst>
                    <a:ext uri="{9D8B030D-6E8A-4147-A177-3AD203B41FA5}">
                      <a16:colId xmlns:a16="http://schemas.microsoft.com/office/drawing/2014/main" val="2507387007"/>
                    </a:ext>
                  </a:extLst>
                </a:gridCol>
                <a:gridCol w="1319815">
                  <a:extLst>
                    <a:ext uri="{9D8B030D-6E8A-4147-A177-3AD203B41FA5}">
                      <a16:colId xmlns:a16="http://schemas.microsoft.com/office/drawing/2014/main" val="1944617118"/>
                    </a:ext>
                  </a:extLst>
                </a:gridCol>
                <a:gridCol w="1470002">
                  <a:extLst>
                    <a:ext uri="{9D8B030D-6E8A-4147-A177-3AD203B41FA5}">
                      <a16:colId xmlns:a16="http://schemas.microsoft.com/office/drawing/2014/main" val="3545644948"/>
                    </a:ext>
                  </a:extLst>
                </a:gridCol>
                <a:gridCol w="1082452">
                  <a:extLst>
                    <a:ext uri="{9D8B030D-6E8A-4147-A177-3AD203B41FA5}">
                      <a16:colId xmlns:a16="http://schemas.microsoft.com/office/drawing/2014/main" val="2825627946"/>
                    </a:ext>
                  </a:extLst>
                </a:gridCol>
                <a:gridCol w="1082452">
                  <a:extLst>
                    <a:ext uri="{9D8B030D-6E8A-4147-A177-3AD203B41FA5}">
                      <a16:colId xmlns:a16="http://schemas.microsoft.com/office/drawing/2014/main" val="2400027995"/>
                    </a:ext>
                  </a:extLst>
                </a:gridCol>
              </a:tblGrid>
              <a:tr h="297842">
                <a:tc>
                  <a:txBody>
                    <a:bodyPr/>
                    <a:lstStyle/>
                    <a:p>
                      <a:pPr marL="0" marR="0" algn="ctr" fontAlgn="ctr">
                        <a:buNone/>
                      </a:pPr>
                      <a:r>
                        <a:rPr lang="en-US" sz="1400" b="1">
                          <a:effectLst/>
                        </a:rPr>
                        <a:t>Model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Accuracy</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Precision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Recall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F1</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606044"/>
                  </a:ext>
                </a:extLst>
              </a:tr>
              <a:tr h="342901">
                <a:tc>
                  <a:txBody>
                    <a:bodyPr/>
                    <a:lstStyle/>
                    <a:p>
                      <a:pPr marL="0" marR="0" algn="ctr" fontAlgn="ctr">
                        <a:buNone/>
                      </a:pPr>
                      <a:r>
                        <a:rPr lang="en-US" sz="1400" b="1" i="0">
                          <a:effectLst/>
                          <a:latin typeface="system-ui"/>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0.764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0.667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0.571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0.615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394656"/>
                  </a:ext>
                </a:extLst>
              </a:tr>
              <a:tr h="297842">
                <a:tc>
                  <a:txBody>
                    <a:bodyPr/>
                    <a:lstStyle/>
                    <a:p>
                      <a:pPr marL="0" marR="0" algn="ctr" fontAlgn="ctr">
                        <a:buNone/>
                      </a:pPr>
                      <a:r>
                        <a:rPr lang="en-US" sz="1400" b="1" i="0">
                          <a:effectLst/>
                          <a:latin typeface="system-ui"/>
                        </a:rPr>
                        <a:t>TPOT (Extra Trees)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0.821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0.735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0.714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0.725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122073"/>
                  </a:ext>
                </a:extLst>
              </a:tr>
              <a:tr h="297842">
                <a:tc>
                  <a:txBody>
                    <a:bodyPr/>
                    <a:lstStyle/>
                    <a:p>
                      <a:pPr marL="0" marR="0" algn="ctr" fontAlgn="ctr">
                        <a:buNone/>
                      </a:pPr>
                      <a:r>
                        <a:rPr lang="en-US" sz="1400" b="1" i="0">
                          <a:effectLst/>
                          <a:latin typeface="system-ui"/>
                        </a:rPr>
                        <a:t>XGBoost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0.736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0.585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0.686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system-ui"/>
                        </a:rPr>
                        <a:t>0.632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157090"/>
                  </a:ext>
                </a:extLst>
              </a:tr>
            </a:tbl>
          </a:graphicData>
        </a:graphic>
      </p:graphicFrame>
      <p:pic>
        <p:nvPicPr>
          <p:cNvPr id="11" name="Picture 10">
            <a:extLst>
              <a:ext uri="{FF2B5EF4-FFF2-40B4-BE49-F238E27FC236}">
                <a16:creationId xmlns:a16="http://schemas.microsoft.com/office/drawing/2014/main" id="{C127BA05-FB47-22DF-6499-5B02B104F2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708" y="2774461"/>
            <a:ext cx="3687093" cy="3872521"/>
          </a:xfrm>
          <a:prstGeom prst="rect">
            <a:avLst/>
          </a:prstGeom>
        </p:spPr>
      </p:pic>
      <p:pic>
        <p:nvPicPr>
          <p:cNvPr id="13" name="Picture 12">
            <a:extLst>
              <a:ext uri="{FF2B5EF4-FFF2-40B4-BE49-F238E27FC236}">
                <a16:creationId xmlns:a16="http://schemas.microsoft.com/office/drawing/2014/main" id="{C7B549F7-196C-2E3B-FD63-7F83DFFDB0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9237" y="2774461"/>
            <a:ext cx="3689045" cy="3872521"/>
          </a:xfrm>
          <a:prstGeom prst="rect">
            <a:avLst/>
          </a:prstGeom>
        </p:spPr>
      </p:pic>
      <p:pic>
        <p:nvPicPr>
          <p:cNvPr id="15" name="Picture 14">
            <a:extLst>
              <a:ext uri="{FF2B5EF4-FFF2-40B4-BE49-F238E27FC236}">
                <a16:creationId xmlns:a16="http://schemas.microsoft.com/office/drawing/2014/main" id="{DFD82C82-FE4F-56AB-8A41-63B8486B2B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4718" y="2774460"/>
            <a:ext cx="3689045" cy="3872521"/>
          </a:xfrm>
          <a:prstGeom prst="rect">
            <a:avLst/>
          </a:prstGeom>
        </p:spPr>
      </p:pic>
    </p:spTree>
    <p:extLst>
      <p:ext uri="{BB962C8B-B14F-4D97-AF65-F5344CB8AC3E}">
        <p14:creationId xmlns:p14="http://schemas.microsoft.com/office/powerpoint/2010/main" val="796927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DA172-ED79-4D3D-2F5C-00D3A1064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D4F672-0593-D413-CBA0-B67FEF4156A6}"/>
              </a:ext>
            </a:extLst>
          </p:cNvPr>
          <p:cNvSpPr>
            <a:spLocks noGrp="1"/>
          </p:cNvSpPr>
          <p:nvPr>
            <p:ph type="title"/>
          </p:nvPr>
        </p:nvSpPr>
        <p:spPr>
          <a:xfrm>
            <a:off x="757052" y="346075"/>
            <a:ext cx="11125200" cy="777875"/>
          </a:xfrm>
        </p:spPr>
        <p:txBody>
          <a:bodyPr>
            <a:noAutofit/>
          </a:bodyPr>
          <a:lstStyle/>
          <a:p>
            <a:r>
              <a:rPr lang="en-US" sz="3200">
                <a:latin typeface="+mn-lt"/>
              </a:rPr>
              <a:t>Confusion Matrix – CN Baseline (N = 25) (CN-CN &amp; CN-MCI)</a:t>
            </a:r>
          </a:p>
        </p:txBody>
      </p:sp>
      <p:graphicFrame>
        <p:nvGraphicFramePr>
          <p:cNvPr id="4" name="Table 3">
            <a:extLst>
              <a:ext uri="{FF2B5EF4-FFF2-40B4-BE49-F238E27FC236}">
                <a16:creationId xmlns:a16="http://schemas.microsoft.com/office/drawing/2014/main" id="{EA243269-6970-0F65-9281-5096382211C0}"/>
              </a:ext>
            </a:extLst>
          </p:cNvPr>
          <p:cNvGraphicFramePr>
            <a:graphicFrameLocks noGrp="1"/>
          </p:cNvGraphicFramePr>
          <p:nvPr>
            <p:extLst>
              <p:ext uri="{D42A27DB-BD31-4B8C-83A1-F6EECF244321}">
                <p14:modId xmlns:p14="http://schemas.microsoft.com/office/powerpoint/2010/main" val="3577962597"/>
              </p:ext>
            </p:extLst>
          </p:nvPr>
        </p:nvGraphicFramePr>
        <p:xfrm>
          <a:off x="838200" y="1209675"/>
          <a:ext cx="10515600" cy="1257301"/>
        </p:xfrm>
        <a:graphic>
          <a:graphicData uri="http://schemas.openxmlformats.org/drawingml/2006/table">
            <a:tbl>
              <a:tblPr firstRow="1" bandRow="1">
                <a:tableStyleId>{69012ECD-51FC-41F1-AA8D-1B2483CD663E}</a:tableStyleId>
              </a:tblPr>
              <a:tblGrid>
                <a:gridCol w="2188180">
                  <a:extLst>
                    <a:ext uri="{9D8B030D-6E8A-4147-A177-3AD203B41FA5}">
                      <a16:colId xmlns:a16="http://schemas.microsoft.com/office/drawing/2014/main" val="3674519306"/>
                    </a:ext>
                  </a:extLst>
                </a:gridCol>
                <a:gridCol w="942153">
                  <a:extLst>
                    <a:ext uri="{9D8B030D-6E8A-4147-A177-3AD203B41FA5}">
                      <a16:colId xmlns:a16="http://schemas.microsoft.com/office/drawing/2014/main" val="1611237799"/>
                    </a:ext>
                  </a:extLst>
                </a:gridCol>
                <a:gridCol w="891921">
                  <a:extLst>
                    <a:ext uri="{9D8B030D-6E8A-4147-A177-3AD203B41FA5}">
                      <a16:colId xmlns:a16="http://schemas.microsoft.com/office/drawing/2014/main" val="450376531"/>
                    </a:ext>
                  </a:extLst>
                </a:gridCol>
                <a:gridCol w="891921">
                  <a:extLst>
                    <a:ext uri="{9D8B030D-6E8A-4147-A177-3AD203B41FA5}">
                      <a16:colId xmlns:a16="http://schemas.microsoft.com/office/drawing/2014/main" val="3274332471"/>
                    </a:ext>
                  </a:extLst>
                </a:gridCol>
                <a:gridCol w="851985">
                  <a:extLst>
                    <a:ext uri="{9D8B030D-6E8A-4147-A177-3AD203B41FA5}">
                      <a16:colId xmlns:a16="http://schemas.microsoft.com/office/drawing/2014/main" val="2507387007"/>
                    </a:ext>
                  </a:extLst>
                </a:gridCol>
                <a:gridCol w="1355898">
                  <a:extLst>
                    <a:ext uri="{9D8B030D-6E8A-4147-A177-3AD203B41FA5}">
                      <a16:colId xmlns:a16="http://schemas.microsoft.com/office/drawing/2014/main" val="1944617118"/>
                    </a:ext>
                  </a:extLst>
                </a:gridCol>
                <a:gridCol w="1368678">
                  <a:extLst>
                    <a:ext uri="{9D8B030D-6E8A-4147-A177-3AD203B41FA5}">
                      <a16:colId xmlns:a16="http://schemas.microsoft.com/office/drawing/2014/main" val="3545644948"/>
                    </a:ext>
                  </a:extLst>
                </a:gridCol>
                <a:gridCol w="1012432">
                  <a:extLst>
                    <a:ext uri="{9D8B030D-6E8A-4147-A177-3AD203B41FA5}">
                      <a16:colId xmlns:a16="http://schemas.microsoft.com/office/drawing/2014/main" val="2825627946"/>
                    </a:ext>
                  </a:extLst>
                </a:gridCol>
                <a:gridCol w="1012432">
                  <a:extLst>
                    <a:ext uri="{9D8B030D-6E8A-4147-A177-3AD203B41FA5}">
                      <a16:colId xmlns:a16="http://schemas.microsoft.com/office/drawing/2014/main" val="2400027995"/>
                    </a:ext>
                  </a:extLst>
                </a:gridCol>
              </a:tblGrid>
              <a:tr h="297842">
                <a:tc>
                  <a:txBody>
                    <a:bodyPr/>
                    <a:lstStyle/>
                    <a:p>
                      <a:pPr marL="0" marR="0" algn="ctr" fontAlgn="ctr">
                        <a:buNone/>
                      </a:pPr>
                      <a:r>
                        <a:rPr lang="en-US" sz="1400" b="1">
                          <a:effectLst/>
                        </a:rPr>
                        <a:t>Model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Accuracy</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Precision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Recall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F1</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606044"/>
                  </a:ext>
                </a:extLst>
              </a:tr>
              <a:tr h="342901">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0.143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394656"/>
                  </a:ext>
                </a:extLst>
              </a:tr>
              <a:tr h="297842">
                <a:tc>
                  <a:txBody>
                    <a:bodyPr/>
                    <a:lstStyle/>
                    <a:p>
                      <a:pPr marL="0" marR="0" algn="ctr" fontAlgn="ctr">
                        <a:buNone/>
                      </a:pPr>
                      <a:r>
                        <a:rPr lang="en-US" sz="1400" b="1" i="0">
                          <a:effectLst/>
                          <a:latin typeface="system-ui"/>
                        </a:rPr>
                        <a:t>TPOT (Extra Trees)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0.840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0.800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0.571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122073"/>
                  </a:ext>
                </a:extLst>
              </a:tr>
              <a:tr h="297842">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XGBoost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0.571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0.533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157090"/>
                  </a:ext>
                </a:extLst>
              </a:tr>
            </a:tbl>
          </a:graphicData>
        </a:graphic>
      </p:graphicFrame>
      <p:pic>
        <p:nvPicPr>
          <p:cNvPr id="5" name="Picture 4">
            <a:extLst>
              <a:ext uri="{FF2B5EF4-FFF2-40B4-BE49-F238E27FC236}">
                <a16:creationId xmlns:a16="http://schemas.microsoft.com/office/drawing/2014/main" id="{CD0148EE-43D0-97F2-E652-BAFC9D22F8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708" y="2774460"/>
            <a:ext cx="3687090" cy="3872517"/>
          </a:xfrm>
          <a:prstGeom prst="rect">
            <a:avLst/>
          </a:prstGeom>
        </p:spPr>
      </p:pic>
      <p:pic>
        <p:nvPicPr>
          <p:cNvPr id="7" name="Picture 6">
            <a:extLst>
              <a:ext uri="{FF2B5EF4-FFF2-40B4-BE49-F238E27FC236}">
                <a16:creationId xmlns:a16="http://schemas.microsoft.com/office/drawing/2014/main" id="{9A9FC2C7-DEB3-1F45-4FAB-E62D8B5F29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9237" y="2774459"/>
            <a:ext cx="3689040" cy="3872516"/>
          </a:xfrm>
          <a:prstGeom prst="rect">
            <a:avLst/>
          </a:prstGeom>
        </p:spPr>
      </p:pic>
      <p:pic>
        <p:nvPicPr>
          <p:cNvPr id="9" name="Picture 8">
            <a:extLst>
              <a:ext uri="{FF2B5EF4-FFF2-40B4-BE49-F238E27FC236}">
                <a16:creationId xmlns:a16="http://schemas.microsoft.com/office/drawing/2014/main" id="{0E7046B8-83EC-9985-7877-3BF76C3928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4715" y="2774459"/>
            <a:ext cx="3689041" cy="3872516"/>
          </a:xfrm>
          <a:prstGeom prst="rect">
            <a:avLst/>
          </a:prstGeom>
        </p:spPr>
      </p:pic>
    </p:spTree>
    <p:extLst>
      <p:ext uri="{BB962C8B-B14F-4D97-AF65-F5344CB8AC3E}">
        <p14:creationId xmlns:p14="http://schemas.microsoft.com/office/powerpoint/2010/main" val="1156886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734B-38A2-A67E-B4D8-AD927687FEF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9A6BBF0-3710-8EE6-6862-EB12C21A3569}"/>
              </a:ext>
            </a:extLst>
          </p:cNvPr>
          <p:cNvGraphicFramePr>
            <a:graphicFrameLocks noGrp="1"/>
          </p:cNvGraphicFramePr>
          <p:nvPr>
            <p:extLst>
              <p:ext uri="{D42A27DB-BD31-4B8C-83A1-F6EECF244321}">
                <p14:modId xmlns:p14="http://schemas.microsoft.com/office/powerpoint/2010/main" val="719197907"/>
              </p:ext>
            </p:extLst>
          </p:nvPr>
        </p:nvGraphicFramePr>
        <p:xfrm>
          <a:off x="838200" y="1209675"/>
          <a:ext cx="10515600" cy="1257301"/>
        </p:xfrm>
        <a:graphic>
          <a:graphicData uri="http://schemas.openxmlformats.org/drawingml/2006/table">
            <a:tbl>
              <a:tblPr firstRow="1" bandRow="1">
                <a:tableStyleId>{69012ECD-51FC-41F1-AA8D-1B2483CD663E}</a:tableStyleId>
              </a:tblPr>
              <a:tblGrid>
                <a:gridCol w="2188180">
                  <a:extLst>
                    <a:ext uri="{9D8B030D-6E8A-4147-A177-3AD203B41FA5}">
                      <a16:colId xmlns:a16="http://schemas.microsoft.com/office/drawing/2014/main" val="3674519306"/>
                    </a:ext>
                  </a:extLst>
                </a:gridCol>
                <a:gridCol w="942153">
                  <a:extLst>
                    <a:ext uri="{9D8B030D-6E8A-4147-A177-3AD203B41FA5}">
                      <a16:colId xmlns:a16="http://schemas.microsoft.com/office/drawing/2014/main" val="1611237799"/>
                    </a:ext>
                  </a:extLst>
                </a:gridCol>
                <a:gridCol w="891921">
                  <a:extLst>
                    <a:ext uri="{9D8B030D-6E8A-4147-A177-3AD203B41FA5}">
                      <a16:colId xmlns:a16="http://schemas.microsoft.com/office/drawing/2014/main" val="450376531"/>
                    </a:ext>
                  </a:extLst>
                </a:gridCol>
                <a:gridCol w="891921">
                  <a:extLst>
                    <a:ext uri="{9D8B030D-6E8A-4147-A177-3AD203B41FA5}">
                      <a16:colId xmlns:a16="http://schemas.microsoft.com/office/drawing/2014/main" val="3274332471"/>
                    </a:ext>
                  </a:extLst>
                </a:gridCol>
                <a:gridCol w="851985">
                  <a:extLst>
                    <a:ext uri="{9D8B030D-6E8A-4147-A177-3AD203B41FA5}">
                      <a16:colId xmlns:a16="http://schemas.microsoft.com/office/drawing/2014/main" val="2507387007"/>
                    </a:ext>
                  </a:extLst>
                </a:gridCol>
                <a:gridCol w="1355898">
                  <a:extLst>
                    <a:ext uri="{9D8B030D-6E8A-4147-A177-3AD203B41FA5}">
                      <a16:colId xmlns:a16="http://schemas.microsoft.com/office/drawing/2014/main" val="1944617118"/>
                    </a:ext>
                  </a:extLst>
                </a:gridCol>
                <a:gridCol w="1368678">
                  <a:extLst>
                    <a:ext uri="{9D8B030D-6E8A-4147-A177-3AD203B41FA5}">
                      <a16:colId xmlns:a16="http://schemas.microsoft.com/office/drawing/2014/main" val="3545644948"/>
                    </a:ext>
                  </a:extLst>
                </a:gridCol>
                <a:gridCol w="1012432">
                  <a:extLst>
                    <a:ext uri="{9D8B030D-6E8A-4147-A177-3AD203B41FA5}">
                      <a16:colId xmlns:a16="http://schemas.microsoft.com/office/drawing/2014/main" val="2825627946"/>
                    </a:ext>
                  </a:extLst>
                </a:gridCol>
                <a:gridCol w="1012432">
                  <a:extLst>
                    <a:ext uri="{9D8B030D-6E8A-4147-A177-3AD203B41FA5}">
                      <a16:colId xmlns:a16="http://schemas.microsoft.com/office/drawing/2014/main" val="2400027995"/>
                    </a:ext>
                  </a:extLst>
                </a:gridCol>
              </a:tblGrid>
              <a:tr h="297842">
                <a:tc>
                  <a:txBody>
                    <a:bodyPr/>
                    <a:lstStyle/>
                    <a:p>
                      <a:pPr marL="0" marR="0" algn="ctr" fontAlgn="ctr">
                        <a:buNone/>
                      </a:pPr>
                      <a:r>
                        <a:rPr lang="en-US" sz="1400" b="1">
                          <a:effectLst/>
                        </a:rPr>
                        <a:t>Model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TP</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Accuracy</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Precision</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Recall</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1">
                          <a:effectLst/>
                        </a:rPr>
                        <a:t>F1</a:t>
                      </a:r>
                      <a:endParaRPr lang="en-US" sz="1400" b="1" i="0">
                        <a:effectLst/>
                        <a:latin typeface="system-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606044"/>
                  </a:ext>
                </a:extLst>
              </a:tr>
              <a:tr h="342901">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394656"/>
                  </a:ext>
                </a:extLst>
              </a:tr>
              <a:tr h="297842">
                <a:tc>
                  <a:txBody>
                    <a:bodyPr/>
                    <a:lstStyle/>
                    <a:p>
                      <a:pPr marL="0" marR="0" algn="ctr" fontAlgn="ctr">
                        <a:buNone/>
                      </a:pPr>
                      <a:r>
                        <a:rPr lang="en-US" sz="1400" b="1" i="0">
                          <a:effectLst/>
                          <a:latin typeface="system-ui"/>
                        </a:rPr>
                        <a:t>TPOT (Extra Trees)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0.815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122073"/>
                  </a:ext>
                </a:extLst>
              </a:tr>
              <a:tr h="297842">
                <a:tc>
                  <a:txBody>
                    <a:bodyPr/>
                    <a:lstStyle/>
                    <a:p>
                      <a:pPr marL="0" marR="0" algn="ctr" fontAlgn="ctr">
                        <a:buNone/>
                      </a:pPr>
                      <a:r>
                        <a:rPr lang="en-US" sz="1400" b="1" i="0">
                          <a:effectLst/>
                          <a:latin typeface="Calibri" panose="020F0502020204030204" pitchFamily="34" charset="0"/>
                          <a:ea typeface="Calibri" panose="020F0502020204030204" pitchFamily="34" charset="0"/>
                          <a:cs typeface="Calibri" panose="020F0502020204030204" pitchFamily="34" charset="0"/>
                        </a:rPr>
                        <a:t>XGBoost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0.714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ctr">
                        <a:buNone/>
                      </a:pPr>
                      <a:r>
                        <a:rPr lang="en-US" sz="1400" b="0" i="0">
                          <a:effectLst/>
                          <a:latin typeface="Calibri" panose="020F0502020204030204" pitchFamily="34" charset="0"/>
                          <a:ea typeface="Calibri" panose="020F0502020204030204" pitchFamily="34" charset="0"/>
                          <a:cs typeface="Calibri" panose="020F0502020204030204" pitchFamily="34" charset="0"/>
                        </a:rPr>
                        <a:t>0.656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157090"/>
                  </a:ext>
                </a:extLst>
              </a:tr>
            </a:tbl>
          </a:graphicData>
        </a:graphic>
      </p:graphicFrame>
      <p:sp>
        <p:nvSpPr>
          <p:cNvPr id="12" name="Title 1">
            <a:extLst>
              <a:ext uri="{FF2B5EF4-FFF2-40B4-BE49-F238E27FC236}">
                <a16:creationId xmlns:a16="http://schemas.microsoft.com/office/drawing/2014/main" id="{81538A03-E619-C968-BF99-009D4A0FE8B0}"/>
              </a:ext>
            </a:extLst>
          </p:cNvPr>
          <p:cNvSpPr>
            <a:spLocks noGrp="1"/>
          </p:cNvSpPr>
          <p:nvPr>
            <p:ph type="title"/>
          </p:nvPr>
        </p:nvSpPr>
        <p:spPr>
          <a:xfrm>
            <a:off x="757052" y="346075"/>
            <a:ext cx="11125200" cy="777875"/>
          </a:xfrm>
        </p:spPr>
        <p:txBody>
          <a:bodyPr>
            <a:noAutofit/>
          </a:bodyPr>
          <a:lstStyle/>
          <a:p>
            <a:r>
              <a:rPr lang="en-US" sz="3200">
                <a:latin typeface="+mn-lt"/>
              </a:rPr>
              <a:t>Confusion Matrix – MCI Baseline (N = 81) (MCI-MCI &amp; MCI-AD)</a:t>
            </a:r>
          </a:p>
        </p:txBody>
      </p:sp>
      <p:pic>
        <p:nvPicPr>
          <p:cNvPr id="3" name="Picture 2">
            <a:extLst>
              <a:ext uri="{FF2B5EF4-FFF2-40B4-BE49-F238E27FC236}">
                <a16:creationId xmlns:a16="http://schemas.microsoft.com/office/drawing/2014/main" id="{DB2EBA6E-641D-A88C-1798-B24005F6C2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712" y="2788022"/>
            <a:ext cx="3687086" cy="3872513"/>
          </a:xfrm>
          <a:prstGeom prst="rect">
            <a:avLst/>
          </a:prstGeom>
        </p:spPr>
      </p:pic>
      <p:pic>
        <p:nvPicPr>
          <p:cNvPr id="8" name="Picture 7">
            <a:extLst>
              <a:ext uri="{FF2B5EF4-FFF2-40B4-BE49-F238E27FC236}">
                <a16:creationId xmlns:a16="http://schemas.microsoft.com/office/drawing/2014/main" id="{3E565FFA-4770-E5A2-6376-F38138E623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9238" y="2785973"/>
            <a:ext cx="3687086" cy="3870464"/>
          </a:xfrm>
          <a:prstGeom prst="rect">
            <a:avLst/>
          </a:prstGeom>
        </p:spPr>
      </p:pic>
      <p:pic>
        <p:nvPicPr>
          <p:cNvPr id="11" name="Picture 10">
            <a:extLst>
              <a:ext uri="{FF2B5EF4-FFF2-40B4-BE49-F238E27FC236}">
                <a16:creationId xmlns:a16="http://schemas.microsoft.com/office/drawing/2014/main" id="{AD50F8B7-6AA8-5A15-894F-1AA05E0C4B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2764" y="2785973"/>
            <a:ext cx="3687086" cy="3870464"/>
          </a:xfrm>
          <a:prstGeom prst="rect">
            <a:avLst/>
          </a:prstGeom>
        </p:spPr>
      </p:pic>
    </p:spTree>
    <p:extLst>
      <p:ext uri="{BB962C8B-B14F-4D97-AF65-F5344CB8AC3E}">
        <p14:creationId xmlns:p14="http://schemas.microsoft.com/office/powerpoint/2010/main" val="824519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835A1FC2A662F43B593DF1CC4CE94BF" ma:contentTypeVersion="15" ma:contentTypeDescription="Create a new document." ma:contentTypeScope="" ma:versionID="5914a61369a9c71c0f8ff7a70437f900">
  <xsd:schema xmlns:xsd="http://www.w3.org/2001/XMLSchema" xmlns:xs="http://www.w3.org/2001/XMLSchema" xmlns:p="http://schemas.microsoft.com/office/2006/metadata/properties" xmlns:ns2="5ec5ee1d-e52d-485b-922c-523fd3267f97" xmlns:ns3="51b003e1-3ddf-4c07-a033-7fd09f39fff5" targetNamespace="http://schemas.microsoft.com/office/2006/metadata/properties" ma:root="true" ma:fieldsID="ea1bb55d87985d7b0a0fabc62fd8527a" ns2:_="" ns3:_="">
    <xsd:import namespace="5ec5ee1d-e52d-485b-922c-523fd3267f97"/>
    <xsd:import namespace="51b003e1-3ddf-4c07-a033-7fd09f39fff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c5ee1d-e52d-485b-922c-523fd3267f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da40051-455f-48ac-bab4-8728f93bacd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description="" ma:indexed="true" ma:internalName="MediaServiceLocation" ma:readOnly="true">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1b003e1-3ddf-4c07-a033-7fd09f39fff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bef67938-dfe0-4bfd-bb0a-46d090da0715}" ma:internalName="TaxCatchAll" ma:showField="CatchAllData" ma:web="51b003e1-3ddf-4c07-a033-7fd09f39fff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ec5ee1d-e52d-485b-922c-523fd3267f97">
      <Terms xmlns="http://schemas.microsoft.com/office/infopath/2007/PartnerControls"/>
    </lcf76f155ced4ddcb4097134ff3c332f>
    <TaxCatchAll xmlns="51b003e1-3ddf-4c07-a033-7fd09f39fff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225EA90-414B-4788-B7AA-88FC74A5F0F4}">
  <ds:schemaRefs>
    <ds:schemaRef ds:uri="51b003e1-3ddf-4c07-a033-7fd09f39fff5"/>
    <ds:schemaRef ds:uri="5ec5ee1d-e52d-485b-922c-523fd3267f9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4FC1B68-7590-413D-A5A4-451C563A565C}">
  <ds:schemaRefs>
    <ds:schemaRef ds:uri="51b003e1-3ddf-4c07-a033-7fd09f39fff5"/>
    <ds:schemaRef ds:uri="5ec5ee1d-e52d-485b-922c-523fd3267f97"/>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D3DFC73-0AC6-460F-B0AF-BFE7C2AAB45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TotalTime>
  <Words>1456</Words>
  <Application>Microsoft Office PowerPoint</Application>
  <PresentationFormat>Widescreen</PresentationFormat>
  <Paragraphs>594</Paragraphs>
  <Slides>28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Aptos Black</vt:lpstr>
      <vt:lpstr>Aptos Display</vt:lpstr>
      <vt:lpstr>Arial</vt:lpstr>
      <vt:lpstr>Calibri</vt:lpstr>
      <vt:lpstr>system-ui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Within-agent agreement table – 3 runs per agent</vt:lpstr>
      <vt:lpstr>Within-agent agreement table – 5 replica runs per agent</vt:lpstr>
      <vt:lpstr>Cohen’s Kappa limitation for our use case</vt:lpstr>
      <vt:lpstr>PowerPoint Presentation</vt:lpstr>
      <vt:lpstr>PowerPoint Presentation</vt:lpstr>
      <vt:lpstr>Confusion Matrix – Overall Group (N = 106)</vt:lpstr>
      <vt:lpstr>PowerPoint Presentation</vt:lpstr>
      <vt:lpstr>PowerPoint Presentation</vt:lpstr>
      <vt:lpstr>Confusion Matrix – Overall Group (N = 106)</vt:lpstr>
      <vt:lpstr>Confusion Matrix – CN Baseline (N = 25) (CN-CN &amp; CN-MCI)</vt:lpstr>
      <vt:lpstr>Confusion Matrix – MCI Baseline (N = 81) (MCI-MCI &amp; MCI-AD)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Fufa, Nahom Tamru</dc:creator>
  <cp:lastModifiedBy>Amri, Nour</cp:lastModifiedBy>
  <cp:revision>2</cp:revision>
  <dcterms:created xsi:type="dcterms:W3CDTF">2026-09-22T16:17:54Z</dcterms:created>
  <dcterms:modified xsi:type="dcterms:W3CDTF">2026-10-12T20:02:37Z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0x0101008835A1FC2A662F43B593DF1CC4CE94BF</vt:lpwstr>
  </property>
  <property fmtid="{D5CDD505-2E9C-101B-9397-08002B2CF9AE}" pid="3" name="MediaServiceImageTags">
    <vt:lpwstr/>
  </property>
</Properties>
</file>